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816" r:id="rId1"/>
    <p:sldMasterId id="2147483828" r:id="rId2"/>
    <p:sldMasterId id="2147483840" r:id="rId3"/>
    <p:sldMasterId id="2147483852" r:id="rId4"/>
    <p:sldMasterId id="2147483864" r:id="rId5"/>
    <p:sldMasterId id="2147483876" r:id="rId6"/>
    <p:sldMasterId id="2147483888" r:id="rId7"/>
    <p:sldMasterId id="2147483900" r:id="rId8"/>
    <p:sldMasterId id="2147483912" r:id="rId9"/>
    <p:sldMasterId id="2147483924" r:id="rId10"/>
    <p:sldMasterId id="2147483936" r:id="rId11"/>
    <p:sldMasterId id="2147483948" r:id="rId12"/>
    <p:sldMasterId id="2147483960" r:id="rId13"/>
    <p:sldMasterId id="2147483972" r:id="rId14"/>
    <p:sldMasterId id="2147484198" r:id="rId15"/>
  </p:sldMasterIdLst>
  <p:notesMasterIdLst>
    <p:notesMasterId r:id="rId27"/>
  </p:notesMasterIdLst>
  <p:handoutMasterIdLst>
    <p:handoutMasterId r:id="rId28"/>
  </p:handoutMasterIdLst>
  <p:sldIdLst>
    <p:sldId id="384" r:id="rId16"/>
    <p:sldId id="385" r:id="rId17"/>
    <p:sldId id="386" r:id="rId18"/>
    <p:sldId id="387" r:id="rId19"/>
    <p:sldId id="388" r:id="rId20"/>
    <p:sldId id="389" r:id="rId21"/>
    <p:sldId id="390" r:id="rId22"/>
    <p:sldId id="391" r:id="rId23"/>
    <p:sldId id="393" r:id="rId24"/>
    <p:sldId id="394" r:id="rId25"/>
    <p:sldId id="395" r:id="rId26"/>
  </p:sldIdLst>
  <p:sldSz cx="13004800" cy="9753600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1pPr>
    <a:lvl2pPr marL="457200" algn="l" rtl="0" eaLnBrk="0" fontAlgn="base" hangingPunct="0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2pPr>
    <a:lvl3pPr marL="914400" algn="l" rtl="0" eaLnBrk="0" fontAlgn="base" hangingPunct="0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3pPr>
    <a:lvl4pPr marL="1371600" algn="l" rtl="0" eaLnBrk="0" fontAlgn="base" hangingPunct="0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4pPr>
    <a:lvl5pPr marL="1828800" algn="l" rtl="0" eaLnBrk="0" fontAlgn="base" hangingPunct="0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5pPr>
    <a:lvl6pPr marL="2286000" algn="l" defTabSz="914400" rtl="0" eaLnBrk="1" latinLnBrk="0" hangingPunct="1"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6pPr>
    <a:lvl7pPr marL="2743200" algn="l" defTabSz="914400" rtl="0" eaLnBrk="1" latinLnBrk="0" hangingPunct="1"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7pPr>
    <a:lvl8pPr marL="3200400" algn="l" defTabSz="914400" rtl="0" eaLnBrk="1" latinLnBrk="0" hangingPunct="1"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8pPr>
    <a:lvl9pPr marL="3657600" algn="l" defTabSz="914400" rtl="0" eaLnBrk="1" latinLnBrk="0" hangingPunct="1"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9pPr>
  </p:defaultTextStyle>
  <p:extLst>
    <p:ext uri="{EFAFB233-063F-42B5-8137-9DF3F51BA10A}">
      <p15:sldGuideLst xmlns:p15="http://schemas.microsoft.com/office/powerpoint/2012/main">
        <p15:guide id="1" orient="horz" pos="3072">
          <p15:clr>
            <a:srgbClr val="A4A3A4"/>
          </p15:clr>
        </p15:guide>
        <p15:guide id="2" pos="409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AEB6"/>
    <a:srgbClr val="B51753"/>
    <a:srgbClr val="43A0A7"/>
    <a:srgbClr val="3B8B91"/>
    <a:srgbClr val="357D83"/>
    <a:srgbClr val="3399FF"/>
    <a:srgbClr val="000066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471" autoAdjust="0"/>
    <p:restoredTop sz="94444" autoAdjust="0"/>
  </p:normalViewPr>
  <p:slideViewPr>
    <p:cSldViewPr>
      <p:cViewPr varScale="1">
        <p:scale>
          <a:sx n="55" d="100"/>
          <a:sy n="55" d="100"/>
        </p:scale>
        <p:origin x="1306" y="43"/>
      </p:cViewPr>
      <p:guideLst>
        <p:guide orient="horz" pos="3072"/>
        <p:guide pos="409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11" Type="http://schemas.openxmlformats.org/officeDocument/2006/relationships/slideMaster" Target="slideMasters/slideMaster11.xml"/><Relationship Id="rId12" Type="http://schemas.openxmlformats.org/officeDocument/2006/relationships/slideMaster" Target="slideMasters/slideMaster12.xml"/><Relationship Id="rId13" Type="http://schemas.openxmlformats.org/officeDocument/2006/relationships/slideMaster" Target="slideMasters/slideMaster13.xml"/><Relationship Id="rId14" Type="http://schemas.openxmlformats.org/officeDocument/2006/relationships/slideMaster" Target="slideMasters/slideMaster14.xml"/><Relationship Id="rId15" Type="http://schemas.openxmlformats.org/officeDocument/2006/relationships/slideMaster" Target="slideMasters/slideMaster15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notesMaster" Target="notesMasters/notesMaster1.xml"/><Relationship Id="rId28" Type="http://schemas.openxmlformats.org/officeDocument/2006/relationships/handoutMaster" Target="handoutMasters/handout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 eaLnBrk="1" hangingPunct="1">
              <a:defRPr sz="1300"/>
            </a:lvl1pPr>
          </a:lstStyle>
          <a:p>
            <a:pPr>
              <a:defRPr/>
            </a:pPr>
            <a:r>
              <a:rPr lang="en-US"/>
              <a:t>School of Engineering &amp; Technology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 eaLnBrk="1" hangingPunct="1">
              <a:defRPr sz="1300"/>
            </a:lvl1pPr>
          </a:lstStyle>
          <a:p>
            <a:pPr>
              <a:defRPr/>
            </a:pPr>
            <a:fld id="{28125F27-7924-4326-A585-67C5CA7233D1}" type="datetimeFigureOut">
              <a:rPr lang="en-US"/>
              <a:pPr>
                <a:defRPr/>
              </a:pPr>
              <a:t>4/12/2026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 eaLnBrk="1" hangingPunct="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fld id="{C7A100DB-4E74-4FB2-8ABD-7092DA3AF25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47186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 eaLnBrk="1" hangingPunct="1">
              <a:defRPr sz="1300"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1pPr>
          </a:lstStyle>
          <a:p>
            <a:pPr>
              <a:defRPr/>
            </a:pPr>
            <a:r>
              <a:rPr lang="en-US"/>
              <a:t>School of Engineering &amp; Technology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 eaLnBrk="1" hangingPunct="1">
              <a:defRPr sz="1300"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1pPr>
          </a:lstStyle>
          <a:p>
            <a:pPr>
              <a:defRPr/>
            </a:pPr>
            <a:fld id="{A5EF5327-60B6-4513-A97C-1D151EB3EB98}" type="datetimeFigureOut">
              <a:rPr lang="en-US"/>
              <a:pPr>
                <a:defRPr/>
              </a:pPr>
              <a:t>4/12/2026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 eaLnBrk="1" hangingPunct="1">
              <a:defRPr sz="1300"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fld id="{31D0F6E7-57E6-4F82-B6DB-0B78967D4FA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7351730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70000" y="5029200"/>
            <a:ext cx="5156200" cy="1130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5029200"/>
            <a:ext cx="5156200" cy="1130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18600" y="1638300"/>
            <a:ext cx="2616200" cy="4521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0000" y="1638300"/>
            <a:ext cx="7696200" cy="4521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70000" y="2768600"/>
            <a:ext cx="51562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768600"/>
            <a:ext cx="51562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18600" y="254000"/>
            <a:ext cx="2616200" cy="8229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0000" y="254000"/>
            <a:ext cx="7696200" cy="8229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0875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28163" y="390525"/>
            <a:ext cx="2925762" cy="832167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390525"/>
            <a:ext cx="8624888" cy="8321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70000" y="1270000"/>
            <a:ext cx="5156200" cy="7213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1270000"/>
            <a:ext cx="5156200" cy="7213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28163" y="390525"/>
            <a:ext cx="2925762" cy="809307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390525"/>
            <a:ext cx="8624888" cy="80930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0875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28163" y="2276475"/>
            <a:ext cx="2925762" cy="67913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8624888" cy="67913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0875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28163" y="2276475"/>
            <a:ext cx="2925762" cy="67913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8624888" cy="67913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5000" y="4787900"/>
            <a:ext cx="2857500" cy="330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900" y="4787900"/>
            <a:ext cx="2857500" cy="330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035550" y="1409700"/>
            <a:ext cx="1466850" cy="668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35000" y="1409700"/>
            <a:ext cx="4248150" cy="668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5000" y="4787900"/>
            <a:ext cx="2857500" cy="330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900" y="4787900"/>
            <a:ext cx="2857500" cy="330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035550" y="1409700"/>
            <a:ext cx="1466850" cy="668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35000" y="1409700"/>
            <a:ext cx="4248150" cy="668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0875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28163" y="254000"/>
            <a:ext cx="2925762" cy="8458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54000"/>
            <a:ext cx="8624888" cy="84582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0875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28163" y="2276475"/>
            <a:ext cx="2925762" cy="64357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8624888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70000" y="2768600"/>
            <a:ext cx="244475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150" y="2768600"/>
            <a:ext cx="244475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18600" y="254000"/>
            <a:ext cx="2616200" cy="8229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0000" y="254000"/>
            <a:ext cx="7696200" cy="8229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70000" y="2768600"/>
            <a:ext cx="51562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768600"/>
            <a:ext cx="51562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18600" y="254000"/>
            <a:ext cx="2616200" cy="8229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0000" y="254000"/>
            <a:ext cx="7696200" cy="8229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772400" y="2768600"/>
            <a:ext cx="19050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829800" y="2768600"/>
            <a:ext cx="19050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18600" y="254000"/>
            <a:ext cx="2616200" cy="8229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0000" y="254000"/>
            <a:ext cx="7696200" cy="8229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70000" y="2768600"/>
            <a:ext cx="244475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150" y="2768600"/>
            <a:ext cx="244475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18600" y="254000"/>
            <a:ext cx="2616200" cy="8229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0000" y="254000"/>
            <a:ext cx="7696200" cy="8229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1310483" y="2010741"/>
            <a:ext cx="299110" cy="299110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646238" y="1912938"/>
            <a:ext cx="90487" cy="90487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2037419" y="511855"/>
            <a:ext cx="10533888" cy="2093773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2037419" y="2631202"/>
            <a:ext cx="10533888" cy="2492587"/>
          </a:xfrm>
        </p:spPr>
        <p:txBody>
          <a:bodyPr tIns="0"/>
          <a:lstStyle>
            <a:lvl1pPr marL="39014" indent="0" algn="l">
              <a:buNone/>
              <a:defRPr sz="37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650230" indent="0" algn="ctr">
              <a:buNone/>
            </a:lvl2pPr>
            <a:lvl3pPr marL="1300460" indent="0" algn="ctr">
              <a:buNone/>
            </a:lvl3pPr>
            <a:lvl4pPr marL="1950690" indent="0" algn="ctr">
              <a:buNone/>
            </a:lvl4pPr>
            <a:lvl5pPr marL="2600919" indent="0" algn="ctr">
              <a:buNone/>
            </a:lvl5pPr>
            <a:lvl6pPr marL="3251149" indent="0" algn="ctr">
              <a:buNone/>
            </a:lvl6pPr>
            <a:lvl7pPr marL="3901379" indent="0" algn="ctr">
              <a:buNone/>
            </a:lvl7pPr>
            <a:lvl8pPr marL="4551609" indent="0" algn="ctr">
              <a:buNone/>
            </a:lvl8pPr>
            <a:lvl9pPr marL="5201839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2B3BDEB5-21BE-4196-AA11-9092C303413C}" type="datetimeFigureOut">
              <a:rPr lang="en-US"/>
              <a:pPr>
                <a:defRPr/>
              </a:pPr>
              <a:t>4/12/2026</a:t>
            </a:fld>
            <a:endParaRPr lang="en-US"/>
          </a:p>
        </p:txBody>
      </p:sp>
      <p:sp>
        <p:nvSpPr>
          <p:cNvPr id="7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8C764944-C5B7-48D6-B1ED-F475B7EAAC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C64042A7-7EE0-4F71-BA51-7A1EB736E935}" type="datetimeFigureOut">
              <a:rPr lang="en-US"/>
              <a:pPr>
                <a:defRPr/>
              </a:pPr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2E2A515E-3E39-4365-9B98-DF96612078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246438" y="0"/>
            <a:ext cx="9753600" cy="97536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invGray">
          <a:xfrm>
            <a:off x="3251200" y="0"/>
            <a:ext cx="107950" cy="97536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089523" y="4003067"/>
            <a:ext cx="299110" cy="299110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424238" y="3905250"/>
            <a:ext cx="92075" cy="9048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7046" y="3698240"/>
            <a:ext cx="9103360" cy="3251200"/>
          </a:xfrm>
        </p:spPr>
        <p:txBody>
          <a:bodyPr anchor="t"/>
          <a:lstStyle>
            <a:lvl1pPr algn="l">
              <a:lnSpc>
                <a:spcPts val="6400"/>
              </a:lnSpc>
              <a:buNone/>
              <a:defRPr sz="5700" b="1" cap="all"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67046" y="1517227"/>
            <a:ext cx="9103360" cy="2147146"/>
          </a:xfrm>
        </p:spPr>
        <p:txBody>
          <a:bodyPr anchor="b"/>
          <a:lstStyle>
            <a:lvl1pPr marL="26009" indent="0">
              <a:lnSpc>
                <a:spcPts val="3271"/>
              </a:lnSpc>
              <a:spcBef>
                <a:spcPts val="0"/>
              </a:spcBef>
              <a:buNone/>
              <a:defRPr sz="28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F747BE73-9272-4E7D-BD0B-5B5123F9D54D}" type="datetimeFigureOut">
              <a:rPr lang="en-US"/>
              <a:pPr>
                <a:defRPr/>
              </a:pPr>
              <a:t>4/12/2026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89B05125-ACAC-42EB-9BF3-18B31522FE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1754" y="390144"/>
            <a:ext cx="10663936" cy="1625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41754" y="2167467"/>
            <a:ext cx="5201920" cy="6632448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800"/>
            </a:lvl3pPr>
            <a:lvl4pPr>
              <a:defRPr sz="2600"/>
            </a:lvl4pPr>
            <a:lvl5pPr>
              <a:defRPr sz="2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03770" y="2167467"/>
            <a:ext cx="5201920" cy="6632448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800"/>
            </a:lvl3pPr>
            <a:lvl4pPr>
              <a:defRPr sz="2600"/>
            </a:lvl4pPr>
            <a:lvl5pPr>
              <a:defRPr sz="2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E7B8BA07-7811-470C-A03E-FF3137DA5A6E}" type="datetimeFigureOut">
              <a:rPr lang="en-US"/>
              <a:pPr>
                <a:defRPr/>
              </a:pPr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5D6FD9E8-0C80-4830-885A-F2D3695FD3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240" y="7339145"/>
            <a:ext cx="11704320" cy="1625600"/>
          </a:xfrm>
        </p:spPr>
        <p:txBody>
          <a:bodyPr/>
          <a:lstStyle>
            <a:lvl1pPr algn="ctr">
              <a:defRPr sz="6400" b="1" cap="none" baseline="0"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240" y="466884"/>
            <a:ext cx="5722112" cy="910336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91032" indent="0" algn="l">
              <a:lnSpc>
                <a:spcPct val="100000"/>
              </a:lnSpc>
              <a:spcBef>
                <a:spcPts val="142"/>
              </a:spcBef>
              <a:buNone/>
              <a:defRPr sz="2700" b="0">
                <a:solidFill>
                  <a:schemeClr val="tx1"/>
                </a:solidFill>
              </a:defRPr>
            </a:lvl1pPr>
            <a:lvl2pPr>
              <a:buNone/>
              <a:defRPr sz="2800" b="1"/>
            </a:lvl2pPr>
            <a:lvl3pPr>
              <a:buNone/>
              <a:defRPr sz="2600" b="1"/>
            </a:lvl3pPr>
            <a:lvl4pPr>
              <a:buNone/>
              <a:defRPr sz="2300" b="1"/>
            </a:lvl4pPr>
            <a:lvl5pPr>
              <a:buNone/>
              <a:defRPr sz="23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632448" y="466884"/>
            <a:ext cx="5722112" cy="910336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91032" indent="0" algn="l">
              <a:lnSpc>
                <a:spcPct val="100000"/>
              </a:lnSpc>
              <a:spcBef>
                <a:spcPts val="142"/>
              </a:spcBef>
              <a:buNone/>
              <a:defRPr sz="2700" b="0">
                <a:solidFill>
                  <a:schemeClr val="tx1"/>
                </a:solidFill>
              </a:defRPr>
            </a:lvl1pPr>
            <a:lvl2pPr>
              <a:buNone/>
              <a:defRPr sz="2800" b="1"/>
            </a:lvl2pPr>
            <a:lvl3pPr>
              <a:buNone/>
              <a:defRPr sz="2600" b="1"/>
            </a:lvl3pPr>
            <a:lvl4pPr>
              <a:buNone/>
              <a:defRPr sz="2300" b="1"/>
            </a:lvl4pPr>
            <a:lvl5pPr>
              <a:buNone/>
              <a:defRPr sz="23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50240" y="1378611"/>
            <a:ext cx="5722112" cy="585216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559198" indent="-390138">
              <a:lnSpc>
                <a:spcPct val="100000"/>
              </a:lnSpc>
              <a:spcBef>
                <a:spcPts val="996"/>
              </a:spcBef>
              <a:defRPr sz="3400"/>
            </a:lvl1pPr>
            <a:lvl2pPr>
              <a:lnSpc>
                <a:spcPct val="100000"/>
              </a:lnSpc>
              <a:spcBef>
                <a:spcPts val="996"/>
              </a:spcBef>
              <a:defRPr sz="2800"/>
            </a:lvl2pPr>
            <a:lvl3pPr>
              <a:lnSpc>
                <a:spcPct val="100000"/>
              </a:lnSpc>
              <a:spcBef>
                <a:spcPts val="996"/>
              </a:spcBef>
              <a:defRPr sz="2600"/>
            </a:lvl3pPr>
            <a:lvl4pPr>
              <a:lnSpc>
                <a:spcPct val="100000"/>
              </a:lnSpc>
              <a:spcBef>
                <a:spcPts val="996"/>
              </a:spcBef>
              <a:defRPr sz="2300"/>
            </a:lvl4pPr>
            <a:lvl5pPr>
              <a:lnSpc>
                <a:spcPct val="100000"/>
              </a:lnSpc>
              <a:spcBef>
                <a:spcPts val="996"/>
              </a:spcBef>
              <a:defRPr sz="23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2448" y="1378611"/>
            <a:ext cx="5722112" cy="585216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559198" indent="-390138">
              <a:lnSpc>
                <a:spcPct val="100000"/>
              </a:lnSpc>
              <a:spcBef>
                <a:spcPts val="996"/>
              </a:spcBef>
              <a:defRPr sz="3400"/>
            </a:lvl1pPr>
            <a:lvl2pPr>
              <a:lnSpc>
                <a:spcPct val="100000"/>
              </a:lnSpc>
              <a:spcBef>
                <a:spcPts val="996"/>
              </a:spcBef>
              <a:defRPr sz="2800"/>
            </a:lvl2pPr>
            <a:lvl3pPr>
              <a:lnSpc>
                <a:spcPct val="100000"/>
              </a:lnSpc>
              <a:spcBef>
                <a:spcPts val="996"/>
              </a:spcBef>
              <a:defRPr sz="2600"/>
            </a:lvl3pPr>
            <a:lvl4pPr>
              <a:lnSpc>
                <a:spcPct val="100000"/>
              </a:lnSpc>
              <a:spcBef>
                <a:spcPts val="996"/>
              </a:spcBef>
              <a:defRPr sz="2300"/>
            </a:lvl4pPr>
            <a:lvl5pPr>
              <a:lnSpc>
                <a:spcPct val="100000"/>
              </a:lnSpc>
              <a:spcBef>
                <a:spcPts val="996"/>
              </a:spcBef>
              <a:defRPr sz="23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CFD344DF-F2D8-47D3-A1A2-F2BA0FADDC8A}" type="datetimeFigureOut">
              <a:rPr lang="en-US"/>
              <a:pPr>
                <a:defRPr/>
              </a:pPr>
              <a:t>4/12/2026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D5F8F286-D16D-4C14-B8C1-AEB3377F72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1754" y="390144"/>
            <a:ext cx="10663936" cy="1625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E989FE42-4D97-47DA-9957-FC4B88B7382D}" type="datetimeFigureOut">
              <a:rPr lang="en-US"/>
              <a:pPr>
                <a:defRPr/>
              </a:pPr>
              <a:t>4/12/2026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35A1C867-080A-4421-B3AD-97329B9D26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43038" y="0"/>
            <a:ext cx="11561762" cy="97536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" name="Rectangle 2"/>
          <p:cNvSpPr/>
          <p:nvPr/>
        </p:nvSpPr>
        <p:spPr bwMode="invGray">
          <a:xfrm>
            <a:off x="1443038" y="0"/>
            <a:ext cx="104775" cy="97536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FBE39010-9E70-434F-A0A0-C5EA2E7FE0D2}" type="datetimeFigureOut">
              <a:rPr lang="en-US"/>
              <a:pPr>
                <a:defRPr/>
              </a:pPr>
              <a:t>4/12/2026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D55CA93D-A4F4-438E-AA12-7363D9CB7A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240" y="308307"/>
            <a:ext cx="5418667" cy="1652693"/>
          </a:xfrm>
          <a:ln>
            <a:noFill/>
          </a:ln>
        </p:spPr>
        <p:txBody>
          <a:bodyPr anchor="b"/>
          <a:lstStyle>
            <a:lvl1pPr algn="l">
              <a:lnSpc>
                <a:spcPts val="2844"/>
              </a:lnSpc>
              <a:buNone/>
              <a:defRPr sz="3100" b="1" cap="all" baseline="0"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50240" y="2001016"/>
            <a:ext cx="5418667" cy="993422"/>
          </a:xfrm>
        </p:spPr>
        <p:txBody>
          <a:bodyPr/>
          <a:lstStyle>
            <a:lvl1pPr marL="65023" indent="0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>
              <a:buNone/>
              <a:defRPr sz="1700"/>
            </a:lvl2pPr>
            <a:lvl3pPr>
              <a:buNone/>
              <a:defRPr sz="1400"/>
            </a:lvl3pPr>
            <a:lvl4pPr>
              <a:buNone/>
              <a:defRPr sz="1300"/>
            </a:lvl4pPr>
            <a:lvl5pPr>
              <a:buNone/>
              <a:defRPr sz="13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650240" y="3034454"/>
            <a:ext cx="11595947" cy="5678312"/>
          </a:xfrm>
        </p:spPr>
        <p:txBody>
          <a:bodyPr/>
          <a:lstStyle>
            <a:lvl1pPr>
              <a:defRPr sz="4600"/>
            </a:lvl1pPr>
            <a:lvl2pPr>
              <a:defRPr sz="4000"/>
            </a:lvl2pPr>
            <a:lvl3pPr>
              <a:defRPr sz="3400"/>
            </a:lvl3pPr>
            <a:lvl4pPr>
              <a:defRPr sz="2800"/>
            </a:lvl4pPr>
            <a:lvl5pPr>
              <a:defRPr sz="28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23528399-7386-45A7-8834-486F4B94D802}" type="datetimeFigureOut">
              <a:rPr lang="en-US"/>
              <a:pPr>
                <a:defRPr/>
              </a:pPr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91526C98-457C-495A-885B-B51F77EFA8F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83733" y="1517227"/>
            <a:ext cx="6502400" cy="65024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130046" tIns="390138" rIns="130046" bIns="65023">
            <a:normAutofit/>
          </a:bodyPr>
          <a:lstStyle/>
          <a:p>
            <a:pPr indent="-403143" eaLnBrk="1" hangingPunct="1">
              <a:lnSpc>
                <a:spcPts val="4267"/>
              </a:lnSpc>
              <a:spcBef>
                <a:spcPts val="853"/>
              </a:spcBef>
              <a:buClr>
                <a:schemeClr val="accent1"/>
              </a:buClr>
              <a:buSzPct val="80000"/>
              <a:buFont typeface="Wingdings 2"/>
              <a:buNone/>
              <a:defRPr/>
            </a:pPr>
            <a:endParaRPr lang="en-US" sz="46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Flowchart: Process 5"/>
          <p:cNvSpPr/>
          <p:nvPr/>
        </p:nvSpPr>
        <p:spPr>
          <a:xfrm rot="19468671">
            <a:off x="563563" y="1357313"/>
            <a:ext cx="976312" cy="290512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Flowchart: Process 6"/>
          <p:cNvSpPr/>
          <p:nvPr/>
        </p:nvSpPr>
        <p:spPr>
          <a:xfrm rot="2103354" flipH="1">
            <a:off x="7116763" y="1331913"/>
            <a:ext cx="922337" cy="290512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2474" y="1517227"/>
            <a:ext cx="3901440" cy="2817707"/>
          </a:xfrm>
        </p:spPr>
        <p:txBody>
          <a:bodyPr anchor="b">
            <a:noAutofit/>
          </a:bodyPr>
          <a:lstStyle>
            <a:lvl1pPr algn="l">
              <a:buNone/>
              <a:defRPr sz="3000" b="1">
                <a:effectLst/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2107" y="1625605"/>
            <a:ext cx="6285653" cy="4998444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tIns="390138">
            <a:normAutofit/>
          </a:bodyPr>
          <a:lstStyle>
            <a:lvl1pPr marL="0" indent="0" algn="l" eaLnBrk="1" latinLnBrk="0" hangingPunct="1">
              <a:buNone/>
              <a:defRPr sz="4600"/>
            </a:lvl1pPr>
            <a:extLst/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2107" y="6827520"/>
            <a:ext cx="6285653" cy="1083733"/>
          </a:xfrm>
        </p:spPr>
        <p:txBody>
          <a:bodyPr anchor="ctr"/>
          <a:lstStyle>
            <a:lvl1pPr marL="0" indent="0" algn="l">
              <a:lnSpc>
                <a:spcPts val="2276"/>
              </a:lnSpc>
              <a:spcBef>
                <a:spcPts val="0"/>
              </a:spcBef>
              <a:buNone/>
              <a:defRPr sz="2000">
                <a:solidFill>
                  <a:srgbClr val="777777"/>
                </a:solidFill>
              </a:defRPr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4C5DB0DE-08A5-43FF-9FCD-FB364DA9D449}" type="datetimeFigureOut">
              <a:rPr lang="en-US"/>
              <a:pPr>
                <a:defRPr/>
              </a:pPr>
              <a:t>4/12/2026</a:t>
            </a:fld>
            <a:endParaRPr lang="en-US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A0D714D2-3A5C-4C10-82C3-6BCA2647EE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9395A56A-3571-4FE4-B376-55F94E1FCB76}" type="datetimeFigureOut">
              <a:rPr lang="en-US"/>
              <a:pPr>
                <a:defRPr/>
              </a:pPr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12C08728-4636-4AE1-87CF-7D261829F0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53600" y="390598"/>
            <a:ext cx="2600960" cy="83221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25600" y="390600"/>
            <a:ext cx="7911253" cy="83221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60AA1504-0073-45D4-9420-14AEEB73A9D9}" type="datetimeFigureOut">
              <a:rPr lang="en-US"/>
              <a:pPr>
                <a:defRPr/>
              </a:pPr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F580F4B8-5C48-49EB-A75F-18DE72FA2C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4.xml"/><Relationship Id="rId12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1.xml"/><Relationship Id="rId8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5.xml"/><Relationship Id="rId1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slideLayout" Target="../slideLayouts/slideLayout57.xml"/><Relationship Id="rId3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9.xml"/><Relationship Id="rId5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2.xml"/><Relationship Id="rId8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66.xml"/><Relationship Id="rId12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slideLayout" Target="../slideLayouts/slideLayout68.xml"/><Relationship Id="rId3" Type="http://schemas.openxmlformats.org/officeDocument/2006/relationships/slideLayout" Target="../slideLayouts/slideLayout69.xml"/><Relationship Id="rId4" Type="http://schemas.openxmlformats.org/officeDocument/2006/relationships/slideLayout" Target="../slideLayouts/slideLayout70.xml"/><Relationship Id="rId5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3.xml"/><Relationship Id="rId8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77.xml"/><Relationship Id="rId12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slideLayout" Target="../slideLayouts/slideLayout79.xml"/><Relationship Id="rId3" Type="http://schemas.openxmlformats.org/officeDocument/2006/relationships/slideLayout" Target="../slideLayouts/slideLayout80.xml"/><Relationship Id="rId4" Type="http://schemas.openxmlformats.org/officeDocument/2006/relationships/slideLayout" Target="../slideLayouts/slideLayout81.xml"/><Relationship Id="rId5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3.xml"/><Relationship Id="rId7" Type="http://schemas.openxmlformats.org/officeDocument/2006/relationships/slideLayout" Target="../slideLayouts/slideLayout84.xml"/><Relationship Id="rId8" Type="http://schemas.openxmlformats.org/officeDocument/2006/relationships/slideLayout" Target="../slideLayouts/slideLayout85.xml"/><Relationship Id="rId9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88.xml"/><Relationship Id="rId12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slideLayout" Target="../slideLayouts/slideLayout90.xml"/><Relationship Id="rId3" Type="http://schemas.openxmlformats.org/officeDocument/2006/relationships/slideLayout" Target="../slideLayouts/slideLayout91.xml"/><Relationship Id="rId4" Type="http://schemas.openxmlformats.org/officeDocument/2006/relationships/slideLayout" Target="../slideLayouts/slideLayout92.xml"/><Relationship Id="rId5" Type="http://schemas.openxmlformats.org/officeDocument/2006/relationships/slideLayout" Target="../slideLayouts/slideLayout93.xml"/><Relationship Id="rId6" Type="http://schemas.openxmlformats.org/officeDocument/2006/relationships/slideLayout" Target="../slideLayouts/slideLayout94.xml"/><Relationship Id="rId7" Type="http://schemas.openxmlformats.org/officeDocument/2006/relationships/slideLayout" Target="../slideLayouts/slideLayout95.xml"/><Relationship Id="rId8" Type="http://schemas.openxmlformats.org/officeDocument/2006/relationships/slideLayout" Target="../slideLayouts/slideLayout96.xml"/><Relationship Id="rId9" Type="http://schemas.openxmlformats.org/officeDocument/2006/relationships/slideLayout" Target="../slideLayouts/slideLayout97.xml"/><Relationship Id="rId10" Type="http://schemas.openxmlformats.org/officeDocument/2006/relationships/slideLayout" Target="../slideLayouts/slideLayout98.xml"/><Relationship Id="rId11" Type="http://schemas.openxmlformats.org/officeDocument/2006/relationships/slideLayout" Target="../slideLayouts/slideLayout99.xml"/><Relationship Id="rId12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0.xml"/><Relationship Id="rId2" Type="http://schemas.openxmlformats.org/officeDocument/2006/relationships/slideLayout" Target="../slideLayouts/slideLayout101.xml"/><Relationship Id="rId3" Type="http://schemas.openxmlformats.org/officeDocument/2006/relationships/slideLayout" Target="../slideLayouts/slideLayout102.xml"/><Relationship Id="rId4" Type="http://schemas.openxmlformats.org/officeDocument/2006/relationships/slideLayout" Target="../slideLayouts/slideLayout103.xml"/><Relationship Id="rId5" Type="http://schemas.openxmlformats.org/officeDocument/2006/relationships/slideLayout" Target="../slideLayouts/slideLayout104.xml"/><Relationship Id="rId6" Type="http://schemas.openxmlformats.org/officeDocument/2006/relationships/slideLayout" Target="../slideLayouts/slideLayout105.xml"/><Relationship Id="rId7" Type="http://schemas.openxmlformats.org/officeDocument/2006/relationships/slideLayout" Target="../slideLayouts/slideLayout106.xml"/><Relationship Id="rId8" Type="http://schemas.openxmlformats.org/officeDocument/2006/relationships/slideLayout" Target="../slideLayouts/slideLayout107.xml"/><Relationship Id="rId9" Type="http://schemas.openxmlformats.org/officeDocument/2006/relationships/slideLayout" Target="../slideLayouts/slideLayout108.xml"/><Relationship Id="rId10" Type="http://schemas.openxmlformats.org/officeDocument/2006/relationships/slideLayout" Target="../slideLayouts/slideLayout109.xml"/><Relationship Id="rId11" Type="http://schemas.openxmlformats.org/officeDocument/2006/relationships/slideLayout" Target="../slideLayouts/slideLayout110.xml"/><Relationship Id="rId12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1.xml"/><Relationship Id="rId2" Type="http://schemas.openxmlformats.org/officeDocument/2006/relationships/slideLayout" Target="../slideLayouts/slideLayout112.xml"/><Relationship Id="rId3" Type="http://schemas.openxmlformats.org/officeDocument/2006/relationships/slideLayout" Target="../slideLayouts/slideLayout113.xml"/><Relationship Id="rId4" Type="http://schemas.openxmlformats.org/officeDocument/2006/relationships/slideLayout" Target="../slideLayouts/slideLayout114.xml"/><Relationship Id="rId5" Type="http://schemas.openxmlformats.org/officeDocument/2006/relationships/slideLayout" Target="../slideLayouts/slideLayout115.xml"/><Relationship Id="rId6" Type="http://schemas.openxmlformats.org/officeDocument/2006/relationships/slideLayout" Target="../slideLayouts/slideLayout116.xml"/><Relationship Id="rId7" Type="http://schemas.openxmlformats.org/officeDocument/2006/relationships/slideLayout" Target="../slideLayouts/slideLayout117.xml"/><Relationship Id="rId8" Type="http://schemas.openxmlformats.org/officeDocument/2006/relationships/slideLayout" Target="../slideLayouts/slideLayout118.xml"/><Relationship Id="rId9" Type="http://schemas.openxmlformats.org/officeDocument/2006/relationships/slideLayout" Target="../slideLayouts/slideLayout119.xml"/><Relationship Id="rId10" Type="http://schemas.openxmlformats.org/officeDocument/2006/relationships/slideLayout" Target="../slideLayouts/slideLayout120.xml"/><Relationship Id="rId11" Type="http://schemas.openxmlformats.org/officeDocument/2006/relationships/slideLayout" Target="../slideLayouts/slideLayout121.xml"/><Relationship Id="rId12" Type="http://schemas.openxmlformats.org/officeDocument/2006/relationships/theme" Target="../theme/theme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2.xml"/><Relationship Id="rId2" Type="http://schemas.openxmlformats.org/officeDocument/2006/relationships/slideLayout" Target="../slideLayouts/slideLayout123.xml"/><Relationship Id="rId3" Type="http://schemas.openxmlformats.org/officeDocument/2006/relationships/slideLayout" Target="../slideLayouts/slideLayout124.xml"/><Relationship Id="rId4" Type="http://schemas.openxmlformats.org/officeDocument/2006/relationships/slideLayout" Target="../slideLayouts/slideLayout125.xml"/><Relationship Id="rId5" Type="http://schemas.openxmlformats.org/officeDocument/2006/relationships/slideLayout" Target="../slideLayouts/slideLayout126.xml"/><Relationship Id="rId6" Type="http://schemas.openxmlformats.org/officeDocument/2006/relationships/slideLayout" Target="../slideLayouts/slideLayout127.xml"/><Relationship Id="rId7" Type="http://schemas.openxmlformats.org/officeDocument/2006/relationships/slideLayout" Target="../slideLayouts/slideLayout128.xml"/><Relationship Id="rId8" Type="http://schemas.openxmlformats.org/officeDocument/2006/relationships/slideLayout" Target="../slideLayouts/slideLayout129.xml"/><Relationship Id="rId9" Type="http://schemas.openxmlformats.org/officeDocument/2006/relationships/slideLayout" Target="../slideLayouts/slideLayout130.xml"/><Relationship Id="rId10" Type="http://schemas.openxmlformats.org/officeDocument/2006/relationships/slideLayout" Target="../slideLayouts/slideLayout131.xml"/><Relationship Id="rId11" Type="http://schemas.openxmlformats.org/officeDocument/2006/relationships/slideLayout" Target="../slideLayouts/slideLayout132.xml"/><Relationship Id="rId12" Type="http://schemas.openxmlformats.org/officeDocument/2006/relationships/theme" Target="../theme/theme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3.xml"/><Relationship Id="rId2" Type="http://schemas.openxmlformats.org/officeDocument/2006/relationships/slideLayout" Target="../slideLayouts/slideLayout134.xml"/><Relationship Id="rId3" Type="http://schemas.openxmlformats.org/officeDocument/2006/relationships/slideLayout" Target="../slideLayouts/slideLayout135.xml"/><Relationship Id="rId4" Type="http://schemas.openxmlformats.org/officeDocument/2006/relationships/slideLayout" Target="../slideLayouts/slideLayout136.xml"/><Relationship Id="rId5" Type="http://schemas.openxmlformats.org/officeDocument/2006/relationships/slideLayout" Target="../slideLayouts/slideLayout137.xml"/><Relationship Id="rId6" Type="http://schemas.openxmlformats.org/officeDocument/2006/relationships/slideLayout" Target="../slideLayouts/slideLayout138.xml"/><Relationship Id="rId7" Type="http://schemas.openxmlformats.org/officeDocument/2006/relationships/slideLayout" Target="../slideLayouts/slideLayout139.xml"/><Relationship Id="rId8" Type="http://schemas.openxmlformats.org/officeDocument/2006/relationships/slideLayout" Target="../slideLayouts/slideLayout140.xml"/><Relationship Id="rId9" Type="http://schemas.openxmlformats.org/officeDocument/2006/relationships/slideLayout" Target="../slideLayouts/slideLayout141.xml"/><Relationship Id="rId10" Type="http://schemas.openxmlformats.org/officeDocument/2006/relationships/slideLayout" Target="../slideLayouts/slideLayout142.xml"/><Relationship Id="rId11" Type="http://schemas.openxmlformats.org/officeDocument/2006/relationships/slideLayout" Target="../slideLayouts/slideLayout143.xml"/><Relationship Id="rId12" Type="http://schemas.openxmlformats.org/officeDocument/2006/relationships/theme" Target="../theme/theme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4.xml"/><Relationship Id="rId2" Type="http://schemas.openxmlformats.org/officeDocument/2006/relationships/slideLayout" Target="../slideLayouts/slideLayout145.xml"/><Relationship Id="rId3" Type="http://schemas.openxmlformats.org/officeDocument/2006/relationships/slideLayout" Target="../slideLayouts/slideLayout146.xml"/><Relationship Id="rId4" Type="http://schemas.openxmlformats.org/officeDocument/2006/relationships/slideLayout" Target="../slideLayouts/slideLayout147.xml"/><Relationship Id="rId5" Type="http://schemas.openxmlformats.org/officeDocument/2006/relationships/slideLayout" Target="../slideLayouts/slideLayout148.xml"/><Relationship Id="rId6" Type="http://schemas.openxmlformats.org/officeDocument/2006/relationships/slideLayout" Target="../slideLayouts/slideLayout149.xml"/><Relationship Id="rId7" Type="http://schemas.openxmlformats.org/officeDocument/2006/relationships/slideLayout" Target="../slideLayouts/slideLayout150.xml"/><Relationship Id="rId8" Type="http://schemas.openxmlformats.org/officeDocument/2006/relationships/slideLayout" Target="../slideLayouts/slideLayout151.xml"/><Relationship Id="rId9" Type="http://schemas.openxmlformats.org/officeDocument/2006/relationships/slideLayout" Target="../slideLayouts/slideLayout152.xml"/><Relationship Id="rId10" Type="http://schemas.openxmlformats.org/officeDocument/2006/relationships/slideLayout" Target="../slideLayouts/slideLayout153.xml"/><Relationship Id="rId11" Type="http://schemas.openxmlformats.org/officeDocument/2006/relationships/slideLayout" Target="../slideLayouts/slideLayout154.xml"/><Relationship Id="rId12" Type="http://schemas.openxmlformats.org/officeDocument/2006/relationships/theme" Target="../theme/theme14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5.xml"/><Relationship Id="rId2" Type="http://schemas.openxmlformats.org/officeDocument/2006/relationships/slideLayout" Target="../slideLayouts/slideLayout156.xml"/><Relationship Id="rId3" Type="http://schemas.openxmlformats.org/officeDocument/2006/relationships/slideLayout" Target="../slideLayouts/slideLayout157.xml"/><Relationship Id="rId4" Type="http://schemas.openxmlformats.org/officeDocument/2006/relationships/slideLayout" Target="../slideLayouts/slideLayout158.xml"/><Relationship Id="rId5" Type="http://schemas.openxmlformats.org/officeDocument/2006/relationships/slideLayout" Target="../slideLayouts/slideLayout159.xml"/><Relationship Id="rId6" Type="http://schemas.openxmlformats.org/officeDocument/2006/relationships/slideLayout" Target="../slideLayouts/slideLayout160.xml"/><Relationship Id="rId7" Type="http://schemas.openxmlformats.org/officeDocument/2006/relationships/slideLayout" Target="../slideLayouts/slideLayout161.xml"/><Relationship Id="rId8" Type="http://schemas.openxmlformats.org/officeDocument/2006/relationships/slideLayout" Target="../slideLayouts/slideLayout162.xml"/><Relationship Id="rId9" Type="http://schemas.openxmlformats.org/officeDocument/2006/relationships/slideLayout" Target="../slideLayouts/slideLayout163.xml"/><Relationship Id="rId10" Type="http://schemas.openxmlformats.org/officeDocument/2006/relationships/slideLayout" Target="../slideLayouts/slideLayout164.xml"/><Relationship Id="rId11" Type="http://schemas.openxmlformats.org/officeDocument/2006/relationships/slideLayout" Target="../slideLayouts/slideLayout165.xml"/><Relationship Id="rId12" Type="http://schemas.openxmlformats.org/officeDocument/2006/relationships/theme" Target="../theme/theme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000" y="5029200"/>
            <a:ext cx="10464800" cy="1130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</a:p>
          <a:p>
            <a:pPr lvl="1"/>
            <a:r>
              <a:rPr lang="en-US" altLang="en-US">
                <a:sym typeface="Gill Sans"/>
              </a:rPr>
              <a:t>Second level</a:t>
            </a:r>
          </a:p>
          <a:p>
            <a:pPr lvl="2"/>
            <a:r>
              <a:rPr lang="en-US" altLang="en-US">
                <a:sym typeface="Gill Sans"/>
              </a:rPr>
              <a:t>Third level</a:t>
            </a:r>
          </a:p>
          <a:p>
            <a:pPr lvl="3"/>
            <a:r>
              <a:rPr lang="en-US" altLang="en-US">
                <a:sym typeface="Gill Sans"/>
              </a:rPr>
              <a:t>Fourth level</a:t>
            </a:r>
          </a:p>
          <a:p>
            <a:pPr lvl="4"/>
            <a:r>
              <a:rPr lang="en-US" altLang="en-US">
                <a:sym typeface="Gill Sans"/>
              </a:rPr>
              <a:t>Fifth level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1638300"/>
            <a:ext cx="10464800" cy="3302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21" r:id="rId1"/>
    <p:sldLayoutId id="2147484222" r:id="rId2"/>
    <p:sldLayoutId id="2147484223" r:id="rId3"/>
    <p:sldLayoutId id="2147484224" r:id="rId4"/>
    <p:sldLayoutId id="2147484225" r:id="rId5"/>
    <p:sldLayoutId id="2147484226" r:id="rId6"/>
    <p:sldLayoutId id="2147484227" r:id="rId7"/>
    <p:sldLayoutId id="2147484228" r:id="rId8"/>
    <p:sldLayoutId id="2147484229" r:id="rId9"/>
    <p:sldLayoutId id="2147484230" r:id="rId10"/>
    <p:sldLayoutId id="2147484231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buChar char="–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buChar char="–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buChar char="»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  <p:sp>
        <p:nvSpPr>
          <p:cNvPr id="2051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000" y="2768600"/>
            <a:ext cx="10464800" cy="5715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</a:p>
          <a:p>
            <a:pPr lvl="1"/>
            <a:r>
              <a:rPr lang="en-US" altLang="en-US">
                <a:sym typeface="Gill Sans"/>
              </a:rPr>
              <a:t>Second level</a:t>
            </a:r>
          </a:p>
          <a:p>
            <a:pPr lvl="2"/>
            <a:r>
              <a:rPr lang="en-US" altLang="en-US">
                <a:sym typeface="Gill Sans"/>
              </a:rPr>
              <a:t>Third level</a:t>
            </a:r>
          </a:p>
          <a:p>
            <a:pPr lvl="3"/>
            <a:r>
              <a:rPr lang="en-US" altLang="en-US">
                <a:sym typeface="Gill Sans"/>
              </a:rPr>
              <a:t>Fourth level</a:t>
            </a:r>
          </a:p>
          <a:p>
            <a:pPr lvl="4"/>
            <a:r>
              <a:rPr lang="en-US" altLang="en-US">
                <a:sym typeface="Gill Sans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32" r:id="rId1"/>
    <p:sldLayoutId id="2147484233" r:id="rId2"/>
    <p:sldLayoutId id="2147484234" r:id="rId3"/>
    <p:sldLayoutId id="2147484235" r:id="rId4"/>
    <p:sldLayoutId id="2147484236" r:id="rId5"/>
    <p:sldLayoutId id="2147484237" r:id="rId6"/>
    <p:sldLayoutId id="2147484238" r:id="rId7"/>
    <p:sldLayoutId id="2147484239" r:id="rId8"/>
    <p:sldLayoutId id="2147484240" r:id="rId9"/>
    <p:sldLayoutId id="2147484241" r:id="rId10"/>
    <p:sldLayoutId id="2147484242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8382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12827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7272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21717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6162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30734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5306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39878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4450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4243" r:id="rId1"/>
    <p:sldLayoutId id="2147484244" r:id="rId2"/>
    <p:sldLayoutId id="2147484245" r:id="rId3"/>
    <p:sldLayoutId id="2147484246" r:id="rId4"/>
    <p:sldLayoutId id="2147484247" r:id="rId5"/>
    <p:sldLayoutId id="2147484248" r:id="rId6"/>
    <p:sldLayoutId id="2147484249" r:id="rId7"/>
    <p:sldLayoutId id="2147484250" r:id="rId8"/>
    <p:sldLayoutId id="2147484251" r:id="rId9"/>
    <p:sldLayoutId id="2147484252" r:id="rId10"/>
    <p:sldLayoutId id="2147484253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8890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13335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7780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22225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6670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31242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5814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40386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4958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000" y="1270000"/>
            <a:ext cx="10464800" cy="7213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</a:p>
          <a:p>
            <a:pPr lvl="1"/>
            <a:r>
              <a:rPr lang="en-US" altLang="en-US">
                <a:sym typeface="Gill Sans"/>
              </a:rPr>
              <a:t>Second level</a:t>
            </a:r>
          </a:p>
          <a:p>
            <a:pPr lvl="2"/>
            <a:r>
              <a:rPr lang="en-US" altLang="en-US">
                <a:sym typeface="Gill Sans"/>
              </a:rPr>
              <a:t>Third level</a:t>
            </a:r>
          </a:p>
          <a:p>
            <a:pPr lvl="3"/>
            <a:r>
              <a:rPr lang="en-US" altLang="en-US">
                <a:sym typeface="Gill Sans"/>
              </a:rPr>
              <a:t>Fourth level</a:t>
            </a:r>
          </a:p>
          <a:p>
            <a:pPr lvl="4"/>
            <a:r>
              <a:rPr lang="en-US" altLang="en-US">
                <a:sym typeface="Gill Sans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54" r:id="rId1"/>
    <p:sldLayoutId id="2147484255" r:id="rId2"/>
    <p:sldLayoutId id="2147484256" r:id="rId3"/>
    <p:sldLayoutId id="2147484257" r:id="rId4"/>
    <p:sldLayoutId id="2147484258" r:id="rId5"/>
    <p:sldLayoutId id="2147484259" r:id="rId6"/>
    <p:sldLayoutId id="2147484260" r:id="rId7"/>
    <p:sldLayoutId id="2147484261" r:id="rId8"/>
    <p:sldLayoutId id="2147484262" r:id="rId9"/>
    <p:sldLayoutId id="2147484263" r:id="rId10"/>
    <p:sldLayoutId id="2147484264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838200" indent="-571500" algn="l" rtl="0" eaLnBrk="0" fontAlgn="base" hangingPunct="0">
        <a:spcBef>
          <a:spcPts val="48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1282700" indent="-571500" algn="l" rtl="0" eaLnBrk="0" fontAlgn="base" hangingPunct="0">
        <a:spcBef>
          <a:spcPts val="48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727200" indent="-571500" algn="l" rtl="0" eaLnBrk="0" fontAlgn="base" hangingPunct="0">
        <a:spcBef>
          <a:spcPts val="48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2171700" indent="-571500" algn="l" rtl="0" eaLnBrk="0" fontAlgn="base" hangingPunct="0">
        <a:spcBef>
          <a:spcPts val="48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616200" indent="-571500" algn="l" rtl="0" eaLnBrk="0" fontAlgn="base" hangingPunct="0">
        <a:spcBef>
          <a:spcPts val="48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3073400" indent="-571500" algn="l" rtl="0" eaLnBrk="1" fontAlgn="base" hangingPunct="1">
        <a:spcBef>
          <a:spcPts val="48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530600" indent="-571500" algn="l" rtl="0" eaLnBrk="1" fontAlgn="base" hangingPunct="1">
        <a:spcBef>
          <a:spcPts val="48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3987800" indent="-571500" algn="l" rtl="0" eaLnBrk="1" fontAlgn="base" hangingPunct="1">
        <a:spcBef>
          <a:spcPts val="48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445000" indent="-571500" algn="l" rtl="0" eaLnBrk="1" fontAlgn="base" hangingPunct="1">
        <a:spcBef>
          <a:spcPts val="48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7366000"/>
            <a:ext cx="10464800" cy="1701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65" r:id="rId1"/>
    <p:sldLayoutId id="2147484266" r:id="rId2"/>
    <p:sldLayoutId id="2147484267" r:id="rId3"/>
    <p:sldLayoutId id="2147484268" r:id="rId4"/>
    <p:sldLayoutId id="2147484269" r:id="rId5"/>
    <p:sldLayoutId id="2147484270" r:id="rId6"/>
    <p:sldLayoutId id="2147484271" r:id="rId7"/>
    <p:sldLayoutId id="2147484272" r:id="rId8"/>
    <p:sldLayoutId id="2147484273" r:id="rId9"/>
    <p:sldLayoutId id="2147484274" r:id="rId10"/>
    <p:sldLayoutId id="2147484275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buChar char="–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buChar char="–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buChar char="»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7366000"/>
            <a:ext cx="10464800" cy="1701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76" r:id="rId1"/>
    <p:sldLayoutId id="2147484277" r:id="rId2"/>
    <p:sldLayoutId id="2147484278" r:id="rId3"/>
    <p:sldLayoutId id="2147484279" r:id="rId4"/>
    <p:sldLayoutId id="2147484280" r:id="rId5"/>
    <p:sldLayoutId id="2147484281" r:id="rId6"/>
    <p:sldLayoutId id="2147484282" r:id="rId7"/>
    <p:sldLayoutId id="2147484283" r:id="rId8"/>
    <p:sldLayoutId id="2147484284" r:id="rId9"/>
    <p:sldLayoutId id="2147484285" r:id="rId10"/>
    <p:sldLayoutId id="2147484286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buChar char="–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buChar char="–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buChar char="»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635000" y="4787900"/>
            <a:ext cx="5867400" cy="3302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</a:p>
          <a:p>
            <a:pPr lvl="1"/>
            <a:r>
              <a:rPr lang="en-US" altLang="en-US">
                <a:sym typeface="Gill Sans"/>
              </a:rPr>
              <a:t>Second level</a:t>
            </a:r>
          </a:p>
          <a:p>
            <a:pPr lvl="2"/>
            <a:r>
              <a:rPr lang="en-US" altLang="en-US">
                <a:sym typeface="Gill Sans"/>
              </a:rPr>
              <a:t>Third level</a:t>
            </a:r>
          </a:p>
          <a:p>
            <a:pPr lvl="3"/>
            <a:r>
              <a:rPr lang="en-US" altLang="en-US">
                <a:sym typeface="Gill Sans"/>
              </a:rPr>
              <a:t>Fourth level</a:t>
            </a:r>
          </a:p>
          <a:p>
            <a:pPr lvl="4"/>
            <a:r>
              <a:rPr lang="en-US" altLang="en-US">
                <a:sym typeface="Gill Sans"/>
              </a:rPr>
              <a:t>Fifth level</a:t>
            </a: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35000" y="1409700"/>
            <a:ext cx="5867400" cy="3302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87" r:id="rId1"/>
    <p:sldLayoutId id="2147484288" r:id="rId2"/>
    <p:sldLayoutId id="2147484289" r:id="rId3"/>
    <p:sldLayoutId id="2147484290" r:id="rId4"/>
    <p:sldLayoutId id="2147484291" r:id="rId5"/>
    <p:sldLayoutId id="2147484292" r:id="rId6"/>
    <p:sldLayoutId id="2147484293" r:id="rId7"/>
    <p:sldLayoutId id="2147484294" r:id="rId8"/>
    <p:sldLayoutId id="2147484295" r:id="rId9"/>
    <p:sldLayoutId id="2147484296" r:id="rId10"/>
    <p:sldLayoutId id="2147484297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buChar char="•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buChar char="–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buChar char="•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buChar char="–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buChar char="»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635000" y="4787900"/>
            <a:ext cx="5867400" cy="3302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</a:p>
          <a:p>
            <a:pPr lvl="1"/>
            <a:r>
              <a:rPr lang="en-US" altLang="en-US">
                <a:sym typeface="Gill Sans"/>
              </a:rPr>
              <a:t>Second level</a:t>
            </a:r>
          </a:p>
          <a:p>
            <a:pPr lvl="2"/>
            <a:r>
              <a:rPr lang="en-US" altLang="en-US">
                <a:sym typeface="Gill Sans"/>
              </a:rPr>
              <a:t>Third level</a:t>
            </a:r>
          </a:p>
          <a:p>
            <a:pPr lvl="3"/>
            <a:r>
              <a:rPr lang="en-US" altLang="en-US">
                <a:sym typeface="Gill Sans"/>
              </a:rPr>
              <a:t>Fourth level</a:t>
            </a:r>
          </a:p>
          <a:p>
            <a:pPr lvl="4"/>
            <a:r>
              <a:rPr lang="en-US" altLang="en-US">
                <a:sym typeface="Gill Sans"/>
              </a:rPr>
              <a:t>Fifth level</a:t>
            </a: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35000" y="1409700"/>
            <a:ext cx="5867400" cy="3302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98" r:id="rId1"/>
    <p:sldLayoutId id="2147484299" r:id="rId2"/>
    <p:sldLayoutId id="2147484300" r:id="rId3"/>
    <p:sldLayoutId id="2147484301" r:id="rId4"/>
    <p:sldLayoutId id="2147484302" r:id="rId5"/>
    <p:sldLayoutId id="2147484303" r:id="rId6"/>
    <p:sldLayoutId id="2147484304" r:id="rId7"/>
    <p:sldLayoutId id="2147484305" r:id="rId8"/>
    <p:sldLayoutId id="2147484306" r:id="rId9"/>
    <p:sldLayoutId id="2147484307" r:id="rId10"/>
    <p:sldLayoutId id="2147484308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buChar char="•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buChar char="–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buChar char="•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buChar char="–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buChar char="»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09" r:id="rId1"/>
    <p:sldLayoutId id="2147484310" r:id="rId2"/>
    <p:sldLayoutId id="2147484311" r:id="rId3"/>
    <p:sldLayoutId id="2147484312" r:id="rId4"/>
    <p:sldLayoutId id="2147484313" r:id="rId5"/>
    <p:sldLayoutId id="2147484314" r:id="rId6"/>
    <p:sldLayoutId id="2147484315" r:id="rId7"/>
    <p:sldLayoutId id="2147484316" r:id="rId8"/>
    <p:sldLayoutId id="2147484317" r:id="rId9"/>
    <p:sldLayoutId id="2147484318" r:id="rId10"/>
    <p:sldLayoutId id="2147484319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8890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13335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7780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22225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6670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31242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5814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40386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4958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971800"/>
            <a:ext cx="10464800" cy="3810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20" r:id="rId1"/>
    <p:sldLayoutId id="2147484321" r:id="rId2"/>
    <p:sldLayoutId id="2147484322" r:id="rId3"/>
    <p:sldLayoutId id="2147484323" r:id="rId4"/>
    <p:sldLayoutId id="2147484324" r:id="rId5"/>
    <p:sldLayoutId id="2147484325" r:id="rId6"/>
    <p:sldLayoutId id="2147484326" r:id="rId7"/>
    <p:sldLayoutId id="2147484327" r:id="rId8"/>
    <p:sldLayoutId id="2147484328" r:id="rId9"/>
    <p:sldLayoutId id="2147484329" r:id="rId10"/>
    <p:sldLayoutId id="2147484330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buChar char="–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buChar char="–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buChar char="»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000" y="2768600"/>
            <a:ext cx="5041900" cy="5715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</a:p>
          <a:p>
            <a:pPr lvl="1"/>
            <a:r>
              <a:rPr lang="en-US" altLang="en-US">
                <a:sym typeface="Gill Sans"/>
              </a:rPr>
              <a:t>Second level</a:t>
            </a:r>
          </a:p>
          <a:p>
            <a:pPr lvl="2"/>
            <a:r>
              <a:rPr lang="en-US" altLang="en-US">
                <a:sym typeface="Gill Sans"/>
              </a:rPr>
              <a:t>Third level</a:t>
            </a:r>
          </a:p>
          <a:p>
            <a:pPr lvl="3"/>
            <a:r>
              <a:rPr lang="en-US" altLang="en-US">
                <a:sym typeface="Gill Sans"/>
              </a:rPr>
              <a:t>Fourth level</a:t>
            </a:r>
          </a:p>
          <a:p>
            <a:pPr lvl="4"/>
            <a:r>
              <a:rPr lang="en-US" altLang="en-US">
                <a:sym typeface="Gill Sans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31" r:id="rId1"/>
    <p:sldLayoutId id="2147484332" r:id="rId2"/>
    <p:sldLayoutId id="2147484333" r:id="rId3"/>
    <p:sldLayoutId id="2147484334" r:id="rId4"/>
    <p:sldLayoutId id="2147484335" r:id="rId5"/>
    <p:sldLayoutId id="2147484336" r:id="rId6"/>
    <p:sldLayoutId id="2147484337" r:id="rId7"/>
    <p:sldLayoutId id="2147484338" r:id="rId8"/>
    <p:sldLayoutId id="2147484339" r:id="rId9"/>
    <p:sldLayoutId id="2147484340" r:id="rId10"/>
    <p:sldLayoutId id="2147484341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760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12049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649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20939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538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29956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4528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39100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3672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000" y="2768600"/>
            <a:ext cx="10464800" cy="5715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</a:p>
          <a:p>
            <a:pPr lvl="1"/>
            <a:r>
              <a:rPr lang="en-US" altLang="en-US">
                <a:sym typeface="Gill Sans"/>
              </a:rPr>
              <a:t>Second level</a:t>
            </a:r>
          </a:p>
          <a:p>
            <a:pPr lvl="2"/>
            <a:r>
              <a:rPr lang="en-US" altLang="en-US">
                <a:sym typeface="Gill Sans"/>
              </a:rPr>
              <a:t>Third level</a:t>
            </a:r>
          </a:p>
          <a:p>
            <a:pPr lvl="3"/>
            <a:r>
              <a:rPr lang="en-US" altLang="en-US">
                <a:sym typeface="Gill Sans"/>
              </a:rPr>
              <a:t>Fourth level</a:t>
            </a:r>
          </a:p>
          <a:p>
            <a:pPr lvl="4"/>
            <a:r>
              <a:rPr lang="en-US" altLang="en-US">
                <a:sym typeface="Gill Sans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42" r:id="rId1"/>
    <p:sldLayoutId id="2147484343" r:id="rId2"/>
    <p:sldLayoutId id="2147484344" r:id="rId3"/>
    <p:sldLayoutId id="2147484345" r:id="rId4"/>
    <p:sldLayoutId id="2147484346" r:id="rId5"/>
    <p:sldLayoutId id="2147484347" r:id="rId6"/>
    <p:sldLayoutId id="2147484348" r:id="rId7"/>
    <p:sldLayoutId id="2147484349" r:id="rId8"/>
    <p:sldLayoutId id="2147484350" r:id="rId9"/>
    <p:sldLayoutId id="2147484351" r:id="rId10"/>
    <p:sldLayoutId id="2147484352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760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12049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649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20939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538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29956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4528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39100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3672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7772400" y="2768600"/>
            <a:ext cx="3962400" cy="5715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</a:p>
          <a:p>
            <a:pPr lvl="1"/>
            <a:r>
              <a:rPr lang="en-US" altLang="en-US">
                <a:sym typeface="Gill Sans"/>
              </a:rPr>
              <a:t>Second level</a:t>
            </a:r>
          </a:p>
          <a:p>
            <a:pPr lvl="2"/>
            <a:r>
              <a:rPr lang="en-US" altLang="en-US">
                <a:sym typeface="Gill Sans"/>
              </a:rPr>
              <a:t>Third level</a:t>
            </a:r>
          </a:p>
          <a:p>
            <a:pPr lvl="3"/>
            <a:r>
              <a:rPr lang="en-US" altLang="en-US">
                <a:sym typeface="Gill Sans"/>
              </a:rPr>
              <a:t>Fourth level</a:t>
            </a:r>
          </a:p>
          <a:p>
            <a:pPr lvl="4"/>
            <a:r>
              <a:rPr lang="en-US" altLang="en-US">
                <a:sym typeface="Gill Sans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53" r:id="rId1"/>
    <p:sldLayoutId id="2147484354" r:id="rId2"/>
    <p:sldLayoutId id="2147484355" r:id="rId3"/>
    <p:sldLayoutId id="2147484356" r:id="rId4"/>
    <p:sldLayoutId id="2147484357" r:id="rId5"/>
    <p:sldLayoutId id="2147484358" r:id="rId6"/>
    <p:sldLayoutId id="2147484359" r:id="rId7"/>
    <p:sldLayoutId id="2147484360" r:id="rId8"/>
    <p:sldLayoutId id="2147484361" r:id="rId9"/>
    <p:sldLayoutId id="2147484362" r:id="rId10"/>
    <p:sldLayoutId id="2147484363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760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12049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649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20939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538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29956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4528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39100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3672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000" y="2768600"/>
            <a:ext cx="5041900" cy="5715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</a:p>
          <a:p>
            <a:pPr lvl="1"/>
            <a:r>
              <a:rPr lang="en-US" altLang="en-US">
                <a:sym typeface="Gill Sans"/>
              </a:rPr>
              <a:t>Second level</a:t>
            </a:r>
          </a:p>
          <a:p>
            <a:pPr lvl="2"/>
            <a:r>
              <a:rPr lang="en-US" altLang="en-US">
                <a:sym typeface="Gill Sans"/>
              </a:rPr>
              <a:t>Third level</a:t>
            </a:r>
          </a:p>
          <a:p>
            <a:pPr lvl="3"/>
            <a:r>
              <a:rPr lang="en-US" altLang="en-US">
                <a:sym typeface="Gill Sans"/>
              </a:rPr>
              <a:t>Fourth level</a:t>
            </a:r>
          </a:p>
          <a:p>
            <a:pPr lvl="4"/>
            <a:r>
              <a:rPr lang="en-US" altLang="en-US">
                <a:sym typeface="Gill Sans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64" r:id="rId1"/>
    <p:sldLayoutId id="2147484365" r:id="rId2"/>
    <p:sldLayoutId id="2147484366" r:id="rId3"/>
    <p:sldLayoutId id="2147484367" r:id="rId4"/>
    <p:sldLayoutId id="2147484368" r:id="rId5"/>
    <p:sldLayoutId id="2147484369" r:id="rId6"/>
    <p:sldLayoutId id="2147484370" r:id="rId7"/>
    <p:sldLayoutId id="2147484371" r:id="rId8"/>
    <p:sldLayoutId id="2147484372" r:id="rId9"/>
    <p:sldLayoutId id="2147484373" r:id="rId10"/>
    <p:sldLayoutId id="2147484374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760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12049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649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20939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538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29956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4528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39100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3672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1160463" y="-1160463"/>
            <a:ext cx="2330451" cy="2330451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239713" y="30163"/>
            <a:ext cx="2420937" cy="2420937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1" name="Donut 10"/>
          <p:cNvSpPr/>
          <p:nvPr/>
        </p:nvSpPr>
        <p:spPr>
          <a:xfrm rot="2315675">
            <a:off x="260098" y="1500554"/>
            <a:ext cx="1601020" cy="1568176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439863" y="0"/>
            <a:ext cx="11564937" cy="97536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2041525" y="390525"/>
            <a:ext cx="10664825" cy="1625600"/>
          </a:xfrm>
          <a:prstGeom prst="rect">
            <a:avLst/>
          </a:prstGeom>
        </p:spPr>
        <p:txBody>
          <a:bodyPr lIns="130046" tIns="65023" rIns="130046" bIns="65023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345" name="Text Placeholder 8"/>
          <p:cNvSpPr>
            <a:spLocks noGrp="1"/>
          </p:cNvSpPr>
          <p:nvPr>
            <p:ph type="body" idx="1"/>
          </p:nvPr>
        </p:nvSpPr>
        <p:spPr bwMode="auto">
          <a:xfrm>
            <a:off x="2041525" y="2058988"/>
            <a:ext cx="10664825" cy="682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0046" tIns="65023" rIns="130046" bIns="650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094288" y="8967788"/>
            <a:ext cx="3033712" cy="677862"/>
          </a:xfrm>
          <a:prstGeom prst="rect">
            <a:avLst/>
          </a:prstGeom>
        </p:spPr>
        <p:txBody>
          <a:bodyPr lIns="130046" tIns="65023" rIns="130046" bIns="65023" anchor="b"/>
          <a:lstStyle>
            <a:lvl1pPr algn="r" eaLnBrk="1" latinLnBrk="0" hangingPunct="1">
              <a:defRPr kumimoji="0" sz="1700" smtClean="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fld id="{DF934E36-D68C-41C0-B698-58393200FF86}" type="datetimeFigureOut">
              <a:rPr lang="en-US"/>
              <a:pPr>
                <a:defRPr/>
              </a:pPr>
              <a:t>4/12/2026</a:t>
            </a:fld>
            <a:endParaRPr lang="en-US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8128000" y="8967788"/>
            <a:ext cx="4117975" cy="677862"/>
          </a:xfrm>
          <a:prstGeom prst="rect">
            <a:avLst/>
          </a:prstGeom>
        </p:spPr>
        <p:txBody>
          <a:bodyPr lIns="130046" tIns="65023" rIns="130046" bIns="65023" anchor="b"/>
          <a:lstStyle>
            <a:lvl1pPr eaLnBrk="1" latinLnBrk="0" hangingPunct="1">
              <a:defRPr kumimoji="0" sz="1700">
                <a:solidFill>
                  <a:schemeClr val="bg2">
                    <a:shade val="50000"/>
                  </a:schemeClr>
                </a:solidFill>
                <a:effectLst/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12250738" y="8967788"/>
            <a:ext cx="649287" cy="677862"/>
          </a:xfrm>
          <a:prstGeom prst="rect">
            <a:avLst/>
          </a:prstGeom>
        </p:spPr>
        <p:txBody>
          <a:bodyPr lIns="130046" tIns="65023" rIns="130046" bIns="65023" anchor="b"/>
          <a:lstStyle>
            <a:lvl1pPr algn="ctr" eaLnBrk="1" latinLnBrk="0" hangingPunct="1">
              <a:defRPr kumimoji="0" sz="1700" smtClean="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pPr>
              <a:defRPr/>
            </a:pPr>
            <a:fld id="{0AF91225-6B8A-4A10-AFA6-F845D109664A}" type="slidenum">
              <a:rPr lang="en-US"/>
              <a:pPr>
                <a:defRPr/>
              </a:pPr>
              <a:t>‹#›</a:t>
            </a:fld>
            <a:endParaRPr lang="en-US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15" name="Rectangle 14"/>
          <p:cNvSpPr/>
          <p:nvPr/>
        </p:nvSpPr>
        <p:spPr bwMode="invGray">
          <a:xfrm>
            <a:off x="1443038" y="0"/>
            <a:ext cx="104775" cy="97536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75" r:id="rId1"/>
    <p:sldLayoutId id="2147484376" r:id="rId2"/>
    <p:sldLayoutId id="2147484377" r:id="rId3"/>
    <p:sldLayoutId id="2147484378" r:id="rId4"/>
    <p:sldLayoutId id="2147484379" r:id="rId5"/>
    <p:sldLayoutId id="2147484380" r:id="rId6"/>
    <p:sldLayoutId id="2147484381" r:id="rId7"/>
    <p:sldLayoutId id="2147484382" r:id="rId8"/>
    <p:sldLayoutId id="2147484383" r:id="rId9"/>
    <p:sldLayoutId id="2147484384" r:id="rId10"/>
    <p:sldLayoutId id="2147484385" r:id="rId11"/>
  </p:sldLayoutIdLst>
  <p:hf hdr="0"/>
  <p:txStyles>
    <p:titleStyle>
      <a:lvl1pPr algn="l" rtl="0" fontAlgn="base">
        <a:spcBef>
          <a:spcPct val="0"/>
        </a:spcBef>
        <a:spcAft>
          <a:spcPct val="0"/>
        </a:spcAft>
        <a:defRPr sz="6100" kern="1200">
          <a:solidFill>
            <a:srgbClr val="572314"/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6100">
          <a:solidFill>
            <a:srgbClr val="572314"/>
          </a:solidFill>
          <a:latin typeface="Gill Sans MT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6100">
          <a:solidFill>
            <a:srgbClr val="572314"/>
          </a:solidFill>
          <a:latin typeface="Gill Sans MT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6100">
          <a:solidFill>
            <a:srgbClr val="572314"/>
          </a:solidFill>
          <a:latin typeface="Gill Sans MT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6100">
          <a:solidFill>
            <a:srgbClr val="572314"/>
          </a:solidFill>
          <a:latin typeface="Gill Sans MT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6100">
          <a:solidFill>
            <a:srgbClr val="572314"/>
          </a:solidFill>
          <a:latin typeface="Gill Sans MT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6100">
          <a:solidFill>
            <a:srgbClr val="572314"/>
          </a:solidFill>
          <a:latin typeface="Gill Sans MT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6100">
          <a:solidFill>
            <a:srgbClr val="572314"/>
          </a:solidFill>
          <a:latin typeface="Gill Sans MT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6100">
          <a:solidFill>
            <a:srgbClr val="572314"/>
          </a:solidFill>
          <a:latin typeface="Gill Sans MT" pitchFamily="34" charset="0"/>
        </a:defRPr>
      </a:lvl9pPr>
      <a:extLst/>
    </p:titleStyle>
    <p:bodyStyle>
      <a:lvl1pPr marL="519113" indent="-401638" algn="l" rtl="0" fontAlgn="base">
        <a:spcBef>
          <a:spcPts val="85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sz="4600" kern="1200">
          <a:solidFill>
            <a:schemeClr val="tx1"/>
          </a:solidFill>
          <a:latin typeface="+mn-lt"/>
          <a:ea typeface="+mn-ea"/>
          <a:cs typeface="+mn-cs"/>
        </a:defRPr>
      </a:lvl1pPr>
      <a:lvl2pPr marL="909638" indent="-336550" algn="l" rtl="0" fontAlgn="base">
        <a:spcBef>
          <a:spcPts val="788"/>
        </a:spcBef>
        <a:spcAft>
          <a:spcPct val="0"/>
        </a:spcAft>
        <a:buClr>
          <a:schemeClr val="accent1"/>
        </a:buClr>
        <a:buFont typeface="Verdana" pitchFamily="34" charset="0"/>
        <a:buChar char="◦"/>
        <a:defRPr sz="4000" kern="1200">
          <a:solidFill>
            <a:schemeClr val="tx1"/>
          </a:solidFill>
          <a:latin typeface="+mn-lt"/>
          <a:ea typeface="+mn-ea"/>
          <a:cs typeface="+mn-cs"/>
        </a:defRPr>
      </a:lvl2pPr>
      <a:lvl3pPr marL="1260475" indent="-32385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 2" pitchFamily="18" charset="2"/>
        <a:buChar char=""/>
        <a:defRPr sz="3400" kern="1200">
          <a:solidFill>
            <a:schemeClr val="tx1"/>
          </a:solidFill>
          <a:latin typeface="+mn-lt"/>
          <a:ea typeface="+mn-ea"/>
          <a:cs typeface="+mn-cs"/>
        </a:defRPr>
      </a:lvl3pPr>
      <a:lvl4pPr marL="1560513" indent="-246063" algn="l" rtl="0" fontAlgn="base">
        <a:spcBef>
          <a:spcPct val="20000"/>
        </a:spcBef>
        <a:spcAft>
          <a:spcPct val="0"/>
        </a:spcAft>
        <a:buClr>
          <a:srgbClr val="C32D2E"/>
        </a:buClr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46263" indent="-258763" algn="l" rtl="0" fontAlgn="base">
        <a:spcBef>
          <a:spcPct val="20000"/>
        </a:spcBef>
        <a:spcAft>
          <a:spcPct val="0"/>
        </a:spcAft>
        <a:buClr>
          <a:srgbClr val="84AA33"/>
        </a:buClr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145758" indent="-260092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444864" indent="-260092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2730965" indent="-260092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030071" indent="-260092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65023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130046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95069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260091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325114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390137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455160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520183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5.xml"/><Relationship Id="rId2" Type="http://schemas.openxmlformats.org/officeDocument/2006/relationships/image" Target="../media/image3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4"/>
          <p:cNvPicPr>
            <a:picLocks noChangeAspect="1" noChangeArrowheads="1"/>
          </p:cNvPicPr>
          <p:nvPr/>
        </p:nvPicPr>
        <p:blipFill>
          <a:blip r:embed="rId2"/>
          <a:srcRect t="18021" b="16660"/>
          <a:stretch>
            <a:fillRect/>
          </a:stretch>
        </p:blipFill>
        <p:spPr bwMode="auto">
          <a:xfrm>
            <a:off x="4273550" y="304800"/>
            <a:ext cx="5048250" cy="196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itle 3"/>
          <p:cNvSpPr txBox="1">
            <a:spLocks noChangeArrowheads="1"/>
          </p:cNvSpPr>
          <p:nvPr/>
        </p:nvSpPr>
        <p:spPr bwMode="auto">
          <a:xfrm>
            <a:off x="1676400" y="2270125"/>
            <a:ext cx="10693400" cy="1143000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+mj-lt"/>
                <a:ea typeface="+mj-ea"/>
                <a:cs typeface="+mj-cs"/>
                <a:sym typeface="Gill San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9pPr>
          </a:lstStyle>
          <a:p>
            <a:pPr>
              <a:defRPr/>
            </a:pPr>
            <a:br>
              <a:rPr lang="en-US" altLang="en-US" sz="4200" b="1" kern="0" dirty="0">
                <a:solidFill>
                  <a:srgbClr val="C00000"/>
                </a:solidFill>
                <a:latin typeface="Calibri" panose="020F0502020204030204" pitchFamily="34" charset="0"/>
              </a:rPr>
            </a:br>
            <a:br>
              <a:rPr lang="en-US" altLang="en-US" sz="4200" b="1" kern="0" dirty="0">
                <a:solidFill>
                  <a:srgbClr val="C00000"/>
                </a:solidFill>
                <a:latin typeface="Calibri" panose="020F0502020204030204" pitchFamily="34" charset="0"/>
              </a:rPr>
            </a:br>
            <a:r>
              <a:rPr lang="en-US" altLang="en-US" sz="4200" b="1" kern="0" dirty="0">
                <a:solidFill>
                  <a:schemeClr val="accent5">
                    <a:lumMod val="25000"/>
                  </a:schemeClr>
                </a:solidFill>
                <a:latin typeface="Calibri" panose="020F0502020204030204" pitchFamily="34" charset="0"/>
              </a:rPr>
              <a:t>Faculty of Science &amp; Technology</a:t>
            </a:r>
          </a:p>
          <a:p>
            <a:pPr>
              <a:defRPr/>
            </a:pPr>
            <a:r>
              <a:rPr lang="en-US" altLang="en-US" sz="4200" b="1" kern="0" dirty="0">
                <a:solidFill>
                  <a:schemeClr val="accent5">
                    <a:lumMod val="25000"/>
                  </a:schemeClr>
                </a:solidFill>
                <a:latin typeface="Calibri" panose="020F0502020204030204" pitchFamily="34" charset="0"/>
              </a:rPr>
              <a:t>Jagran School of Computer Application</a:t>
            </a:r>
            <a:br>
              <a:rPr lang="en-US" altLang="en-US" sz="4200" b="1" kern="0" dirty="0">
                <a:solidFill>
                  <a:srgbClr val="FF0000"/>
                </a:solidFill>
                <a:latin typeface="Calibri" panose="020F0502020204030204" pitchFamily="34" charset="0"/>
              </a:rPr>
            </a:br>
            <a:r>
              <a:rPr lang="en-US" altLang="en-US" sz="4200" b="1" kern="0" dirty="0">
                <a:solidFill>
                  <a:srgbClr val="C00000"/>
                </a:solidFill>
                <a:latin typeface="Calibri" panose="020F0502020204030204" pitchFamily="34" charset="0"/>
              </a:rPr>
              <a:t>                                                            </a:t>
            </a:r>
            <a:br>
              <a:rPr lang="en-US" altLang="en-US" sz="4200" b="1" kern="0" dirty="0">
                <a:solidFill>
                  <a:srgbClr val="C00000"/>
                </a:solidFill>
                <a:latin typeface="Calibri" panose="020F0502020204030204" pitchFamily="34" charset="0"/>
              </a:rPr>
            </a:br>
            <a:endParaRPr lang="en-US" altLang="en-US" sz="4200" b="1" kern="0" dirty="0">
              <a:solidFill>
                <a:srgbClr val="0033CC"/>
              </a:solidFill>
              <a:latin typeface="Calibri" panose="020F0502020204030204" pitchFamily="34" charset="0"/>
            </a:endParaRPr>
          </a:p>
        </p:txBody>
      </p:sp>
      <p:sp>
        <p:nvSpPr>
          <p:cNvPr id="26629" name="TextBox 10"/>
          <p:cNvSpPr txBox="1">
            <a:spLocks noChangeArrowheads="1"/>
          </p:cNvSpPr>
          <p:nvPr/>
        </p:nvSpPr>
        <p:spPr bwMode="auto">
          <a:xfrm>
            <a:off x="3412895" y="3697288"/>
            <a:ext cx="6383800" cy="630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t>Project Progress Presentation (65% Complete)</a:t>
            </a:r>
          </a:p>
        </p:txBody>
      </p:sp>
      <p:sp>
        <p:nvSpPr>
          <p:cNvPr id="26630" name="TextBox 11"/>
          <p:cNvSpPr txBox="1">
            <a:spLocks noChangeArrowheads="1"/>
          </p:cNvSpPr>
          <p:nvPr/>
        </p:nvSpPr>
        <p:spPr bwMode="auto">
          <a:xfrm>
            <a:off x="2082800" y="4491831"/>
            <a:ext cx="10449399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b="1" dirty="0" err="1"/>
              <a:t>NeuroShell</a:t>
            </a:r>
            <a:r>
              <a:rPr b="1" dirty="0"/>
              <a:t> — AI-Powered Intelligent Terminal</a:t>
            </a:r>
          </a:p>
        </p:txBody>
      </p:sp>
      <p:sp>
        <p:nvSpPr>
          <p:cNvPr id="26631" name="TextBox 12"/>
          <p:cNvSpPr txBox="1">
            <a:spLocks noChangeArrowheads="1"/>
          </p:cNvSpPr>
          <p:nvPr/>
        </p:nvSpPr>
        <p:spPr bwMode="auto">
          <a:xfrm>
            <a:off x="1473200" y="6662738"/>
            <a:ext cx="3570208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Under the Supervision of: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Mr. Priyank Dubey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Asst. Prof., Dept. of CSE,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JLU-FAST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632" name="TextBox 13"/>
          <p:cNvSpPr txBox="1">
            <a:spLocks noChangeArrowheads="1"/>
          </p:cNvSpPr>
          <p:nvPr/>
        </p:nvSpPr>
        <p:spPr bwMode="auto">
          <a:xfrm>
            <a:off x="7264400" y="6662738"/>
            <a:ext cx="5740399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Presented by:</a:t>
            </a:r>
          </a:p>
          <a:p>
            <a:r>
              <a:rPr lang="en-IN" sz="2400" u="sng" dirty="0"/>
              <a:t>Abneesh Singh  </a:t>
            </a:r>
            <a:r>
              <a:rPr sz="2400" dirty="0"/>
              <a:t>(Roll No. </a:t>
            </a:r>
            <a:r>
              <a:rPr lang="en-IN" sz="2400" dirty="0"/>
              <a:t>-</a:t>
            </a:r>
            <a:r>
              <a:rPr lang="en-IN" sz="2400" u="sng" dirty="0"/>
              <a:t>2023BTHCSE001</a:t>
            </a:r>
            <a:r>
              <a:rPr lang="en-IN" sz="2400" dirty="0"/>
              <a:t>)</a:t>
            </a:r>
            <a:endParaRPr sz="2400" dirty="0"/>
          </a:p>
          <a:p>
            <a:r>
              <a:rPr lang="en-IN" sz="2400" u="sng" dirty="0"/>
              <a:t>Praveen Ku. Yadav </a:t>
            </a:r>
            <a:r>
              <a:rPr sz="2400" dirty="0"/>
              <a:t>(Roll No.</a:t>
            </a:r>
            <a:r>
              <a:rPr lang="en-IN" sz="2400" u="sng" dirty="0"/>
              <a:t>2023BTHCSE016</a:t>
            </a:r>
            <a:r>
              <a:rPr sz="2400" dirty="0"/>
              <a:t>)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Presentation Outline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2041525" y="2058988"/>
            <a:ext cx="10664825" cy="4799012"/>
          </a:xfrm>
        </p:spPr>
        <p:txBody>
          <a:bodyPr/>
          <a:lstStyle/>
          <a:p>
            <a:r>
              <a:t>1. The Terminal Bottleneck (Problem Statement)</a:t>
            </a:r>
          </a:p>
          <a:p>
            <a:r>
              <a:t>2. Core Philosophy &amp; Objectives</a:t>
            </a:r>
          </a:p>
          <a:p>
            <a:r>
              <a:t>3. High-Level System Architecture</a:t>
            </a:r>
          </a:p>
          <a:p>
            <a:r>
              <a:t>4. Methodology: AI Routing &amp; Defense-in-Depth</a:t>
            </a:r>
          </a:p>
          <a:p>
            <a:r>
              <a:t>5. Work Completed: The 65% Milestone</a:t>
            </a:r>
          </a:p>
          <a:p>
            <a:r>
              <a:t>6. Component Deep-Dive: NLP Intent Classification</a:t>
            </a:r>
          </a:p>
          <a:p>
            <a:r>
              <a:t>7. Security: Hardening the Execution Pipeline</a:t>
            </a:r>
          </a:p>
          <a:p>
            <a:r>
              <a:t>8. Demonstration of Capabilities</a:t>
            </a:r>
          </a:p>
          <a:p>
            <a:r>
              <a:t>9. Future Work: Performance &amp; UI Overhaul</a:t>
            </a:r>
          </a:p>
          <a:p>
            <a:r>
              <a:t>10. Conclusion</a:t>
            </a:r>
          </a:p>
          <a:p/>
          <a:p/>
          <a:p/>
          <a:p/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7C9B81F-C347-4BEF-BFDF-29C42F48304A}" type="datetimeFigureOut">
              <a:rPr lang="en-US"/>
              <a:pPr>
                <a:defRPr/>
              </a:pPr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120847-0DEC-4B56-AF04-E1606A8495B6}" type="slidenum">
              <a:rPr lang="en-US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Terminal Bottleneck (Problem Statement)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Command-Line Interfaces (CLIs) heavily tax cognitive load:</a:t>
            </a:r>
          </a:p>
          <a:p>
            <a:pPr lvl="1"/>
            <a:r>
              <a:t>Steep Learning Curves: Requires strict memorization of obscure flags (e.g., 'tar -czvf' or 'git rebase --onto').</a:t>
            </a:r>
          </a:p>
          <a:p>
            <a:pPr lvl="1"/>
            <a:r>
              <a:t>Inefficient Debugging: Terminal errors offer stack traces without actionable context, forcing repetitive context-switching to browsers/stack-overflow.</a:t>
            </a:r>
          </a:p>
          <a:p>
            <a:pPr lvl="1"/>
            <a:r>
              <a:t>Rigid Syntax Dependency: Minor typographical errors halt entire workflows.</a:t>
            </a:r>
          </a:p>
          <a:p>
            <a:pPr lvl="1"/>
            <a:r>
              <a:t>The Gap: While AI code assistants (Copilot) assist editing, the operational environment (the terminal) remains inherently 'dumb'.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7C9B81F-C347-4BEF-BFDF-29C42F48304A}" type="datetimeFigureOut">
              <a:rPr lang="en-US"/>
              <a:pPr>
                <a:defRPr/>
              </a:pPr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DF365F-2B4E-4D13-91A1-3D0777D92EAD}" type="slidenum">
              <a:rPr lang="en-US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Core Philosophy &amp; Objectives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NeuroShell transitions the developer from 'Syntax Execution' to 'Intent Execution'.</a:t>
            </a:r>
          </a:p>
          <a:p>
            <a:pPr/>
            <a:r>
              <a:t>Intelligent Translation: Direct mapping of natural language (e.g., "deploy this cluster") to highly-structured shell commands.</a:t>
            </a:r>
          </a:p>
          <a:p>
            <a:pPr/>
            <a:r>
              <a:t>Autonomous Fault Recovery: Built-in stack-trace analysis mapping exact pip/apt/git commands to resolve failures without manual intervention.</a:t>
            </a:r>
          </a:p>
          <a:p>
            <a:pPr/>
            <a:r>
              <a:t>Offline-First Security: A strict requirement that standard tooling must rely entirely on local AI processing (Ollama/scikit-learn) securing intellectual property.</a:t>
            </a:r>
          </a:p>
          <a:p>
            <a:pPr/>
            <a:r>
              <a:t>Seamless Experience: Predict, autocomplete, and correct commands actively with zero latency (&lt;150ms).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7C9B81F-C347-4BEF-BFDF-29C42F48304A}" type="datetimeFigureOut">
              <a:rPr lang="en-US"/>
              <a:pPr>
                <a:defRPr/>
              </a:pPr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D9B236B-D843-460E-9B08-27A6C6C7AE32}" type="slidenum">
              <a:rPr lang="en-US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7C9B81F-C347-4BEF-BFDF-29C42F48304A}" type="datetimeFigureOut">
              <a:rPr lang="en-US"/>
              <a:pPr>
                <a:defRPr/>
              </a:pPr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DE0DCC-54CC-417F-8E5E-3E4F6E53ECD7}" type="slidenum">
              <a:rPr lang="en-US"/>
              <a:pPr>
                <a:defRPr/>
              </a:pPr>
              <a:t>5</a:t>
            </a:fld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1828800" cy="914400"/>
          </a:xfrm>
          <a:prstGeom prst="roundRect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Terminal Input</a:t>
            </a:r>
          </a:p>
          <a:p>
            <a:r>
              <a:t>(User Keypresses)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828800"/>
            <a:ext cx="1828800" cy="1828800"/>
          </a:xfrm>
          <a:prstGeom prst="round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Pipeline Manager</a:t>
            </a:r>
          </a:p>
          <a:p/>
          <a:p>
            <a:r>
              <a:t>- Lexer/Parser</a:t>
            </a:r>
          </a:p>
          <a:p>
            <a:r>
              <a:t>- Security Guards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914400"/>
            <a:ext cx="2286000" cy="1371600"/>
          </a:xfrm>
          <a:prstGeom prst="roundRect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Intelligence Layer</a:t>
            </a:r>
          </a:p>
          <a:p>
            <a:r>
              <a:t>(Ollama / Groq Cloud)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3200400"/>
            <a:ext cx="2286000" cy="1371600"/>
          </a:xfrm>
          <a:prstGeom prst="roundRect">
            <a:avLst/>
          </a:prstGeom>
          <a:solidFill>
            <a:srgbClr val="A5A5A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OS Execution Layer</a:t>
            </a:r>
          </a:p>
          <a:p>
            <a:r>
              <a:t>(Subprocess/Pty)</a:t>
            </a:r>
          </a:p>
        </p:txBody>
      </p:sp>
      <p:sp>
        <p:nvSpPr>
          <p:cNvPr id="11" name="Can 10"/>
          <p:cNvSpPr/>
          <p:nvPr/>
        </p:nvSpPr>
        <p:spPr>
          <a:xfrm>
            <a:off x="7772400" y="2011680"/>
            <a:ext cx="1371600" cy="1371600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State / Models</a:t>
            </a:r>
          </a:p>
          <a:p>
            <a:r>
              <a:t>(AES-128)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286000" y="2560320"/>
            <a:ext cx="45720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4572000" y="1371600"/>
            <a:ext cx="45720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4572000" y="3657600"/>
            <a:ext cx="45720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Methodology: AI Routing &amp; Resilience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Methodology based on fault-tolerant systems design:</a:t>
            </a:r>
          </a:p>
          <a:p>
            <a:pPr lvl="1"/>
            <a:r>
              <a:t>Multi-Tiered AI Routing: Prioritizes Groq Cloud for instant text generation (sub-second), with hardware-aware callbacks shifting loads to Local Ollama instances upon network failure.</a:t>
            </a:r>
          </a:p>
          <a:p>
            <a:pPr lvl="1"/>
            <a:r>
              <a:t>Resilience Engineering: Implemented strict 'Circuit Breakers' to halt API calls during outages to prevent quota drains, alongside 'Token-Bucket' rate limiters.</a:t>
            </a:r>
          </a:p>
          <a:p>
            <a:pPr lvl="1"/>
            <a:r>
              <a:t>Zero-Trust Persistence: All environment variables, API keys, and session cookies exist strictly within Fernet-encrypted configuration layers initialized at runtime.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7C9B81F-C347-4BEF-BFDF-29C42F48304A}" type="datetimeFigureOut">
              <a:rPr lang="en-US"/>
              <a:pPr>
                <a:defRPr/>
              </a:pPr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A9E228-5CF4-42CA-9F4C-53491775298C}" type="slidenum">
              <a:rPr lang="en-US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 Completed: The 65% Milestone</a:t>
            </a:r>
          </a:p>
        </p:txBody>
      </p:sp>
      <p:sp>
        <p:nvSpPr>
          <p:cNvPr id="327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core engine transitions from conceptual logic to fully production-ready components:</a:t>
            </a:r>
          </a:p>
          <a:p>
            <a:pPr lvl="1"/>
            <a:r>
              <a:t>Robust Execution: Custom PTY wrappers capture STDOUT/STDERR separately, enabling deep parsing of stack traces without breaking terminal flow.</a:t>
            </a:r>
          </a:p>
          <a:p>
            <a:pPr lvl="1"/>
            <a:r>
              <a:t>Predictive Intelligence: An integrated Markov-chain predictor scans local history dynamically offering zero-latency autocompletes.</a:t>
            </a:r>
          </a:p>
          <a:p>
            <a:pPr lvl="1"/>
            <a:r>
              <a:t>Quality Assurance Metrics: Deployed 370+ comprehensive integration and unit tests simulating Windows/Linux environments with passing coverage metrics.</a:t>
            </a:r>
          </a:p>
          <a:p>
            <a:pPr lvl="1"/>
            <a:r>
              <a:t>Prompt Injection Safeguards: Implemented LLaMA/Mistral control token strippers to prevent user outputs from hijacking LLM system-prompts.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7C9B81F-C347-4BEF-BFDF-29C42F48304A}" type="datetimeFigureOut">
              <a:rPr lang="en-US"/>
              <a:pPr>
                <a:defRPr/>
              </a:pPr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8E14003-694B-4BDF-99E7-63791028A110}" type="slidenum">
              <a:rPr lang="en-US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 Deep-Dive: NLP Intent Classification</a:t>
            </a:r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>
          <a:xfrm>
            <a:off x="2025361" y="2078038"/>
            <a:ext cx="10664825" cy="6827837"/>
          </a:xfrm>
        </p:spPr>
        <p:txBody>
          <a:bodyPr/>
          <a:lstStyle/>
          <a:p>
            <a:r>
              <a:t>Problem: Calling LLMs for every keystroke introduces severe latency and cost overruns. Our Solution:</a:t>
            </a:r>
          </a:p>
          <a:p>
            <a:pPr lvl="1"/>
            <a:r>
              <a:t>Local Regex + Scikit-Learn Pipeline: Built a fast, local Natural Language Processing intent classifier running directly in system memory.</a:t>
            </a:r>
          </a:p>
          <a:p>
            <a:pPr lvl="1"/>
            <a:r>
              <a:t>Identifies intents natively ('ask_question', 'deploy_request', 'query_request') locally and only spawns LLM connections when deep contextual logic is required.</a:t>
            </a:r>
          </a:p>
          <a:p>
            <a:pPr lvl="1"/>
            <a:r>
              <a:t>Critical Security Hardening: Migrated the intent model architecture entirely away from vulnerable 'pickle' schemas. Replaced with 'joblib' alongside SHA-256 sidecar hash verifications to block arbitrary code injection.</a:t>
            </a:r>
          </a:p>
          <a:p>
            <a:pPr lvl="1"/>
            <a:r>
              <a:t>Scale: Reaches 95%+ classification accuracy completely offline instantly.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7C9B81F-C347-4BEF-BFDF-29C42F48304A}" type="datetimeFigureOut">
              <a:rPr lang="en-US"/>
              <a:pPr>
                <a:defRPr/>
              </a:pPr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9FA64B-E05D-487D-A0AE-1EC1FA0F8AE9}" type="slidenum">
              <a:rPr lang="en-US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Security: Hardening the Execution Pipeline</a:t>
            </a:r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Operating an AI in the core terminal demands militant security standards:</a:t>
            </a:r>
          </a:p>
          <a:p>
            <a:pPr/>
            <a:r>
              <a:t>Layer 1: Pre-Execution Sanitization</a:t>
            </a:r>
          </a:p>
          <a:p>
            <a:pPr lvl="1"/>
            <a:r>
              <a:t>A dense regex engine actively scans for shell injection vectors (Null bytes, Newline smuggling, $(...) backtick nesting). If AI hallucinates a dangerous injection, execution blocks immediately.</a:t>
            </a:r>
          </a:p>
          <a:p>
            <a:pPr/>
            <a:r>
              <a:t>Layer 2: Local Cryptography</a:t>
            </a:r>
          </a:p>
          <a:p>
            <a:pPr lvl="1"/>
            <a:r>
              <a:t>Replaced standard XOR algorithms with AES-128 algorithms (Fernet). The unique decryption key is mathematically tied to the specific Host CPU identity—stolen configuration data is mathematically useless on external systems.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7C9B81F-C347-4BEF-BFDF-29C42F48304A}" type="datetimeFigureOut">
              <a:rPr lang="en-US"/>
              <a:pPr>
                <a:defRPr/>
              </a:pPr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0ACB2A-1AEB-4C99-B4C0-C947DA6ACC4E}" type="slidenum">
              <a:rPr lang="en-US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of Capabilities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Live Workflows Currently Functional:</a:t>
            </a:r>
          </a:p>
          <a:p>
            <a:pPr lvl="1"/>
            <a:r>
              <a:t>[Demo 1] Contextual Setup: User writes 'initialize a react environment'. NeuroShell translates to 'npx create-react-app --template typescript', validating node installations before firing.</a:t>
            </a:r>
          </a:p>
          <a:p>
            <a:pPr lvl="1"/>
            <a:r>
              <a:t>[Demo 2] Autonomous Recovery: Upon running a failed python script, the shell detects a 'ModuleNotFoundError', intercepts the UI, and queries the user to instantly 'pip install [dependency]'.</a:t>
            </a:r>
          </a:p>
          <a:p>
            <a:pPr lvl="1"/>
            <a:r>
              <a:t>[Demo 3] Machine History Navigation: User types 'db', and the predictor pre-fills the complex 'docker exec -it postgres_container psql -U admin' based purely on local project workspace data.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7C9B81F-C347-4BEF-BFDF-29C42F48304A}" type="datetimeFigureOut">
              <a:rPr lang="en-US"/>
              <a:pPr>
                <a:defRPr/>
              </a:pPr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FE1FDE-521C-4F4C-A81B-BF483B82FC14}" type="slidenum">
              <a:rPr lang="en-US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Work: Performance &amp; UI Overhaul (35%)</a:t>
            </a:r>
          </a:p>
        </p:txBody>
      </p:sp>
      <p:sp>
        <p:nvSpPr>
          <p:cNvPr id="378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remaining 35% effort focuses exclusively on production-grade performance and accessibility:</a:t>
            </a:r>
          </a:p>
          <a:p>
            <a:pPr lvl="1"/>
            <a:r>
              <a:t>C++ GIL Elimination: Python's Global Interpreter Lock bottlenecks real-time autocomplete rendering. The critical syntax parser will be rewritten in C++ using pybind11 for multi-threaded performance.</a:t>
            </a:r>
          </a:p>
          <a:p>
            <a:pPr lvl="1"/>
            <a:r>
              <a:t>Graphical Interface Layer: Expanding beyond the console into a CustomTkinter-driven Desktop Dashboard. This provides detailed telemetry, analytics, and visual AI-agent controls.</a:t>
            </a:r>
          </a:p>
          <a:p>
            <a:pPr lvl="1"/>
            <a:r>
              <a:t>Sandboxing Enforcement: Establishing Docker-containerized isolated zones to safely execute entirely unverified scripts.</a:t>
            </a:r>
          </a:p>
          <a:p>
            <a:pPr lvl="1"/>
            <a:r>
              <a:t>Executable Transpilation: Building cross-compatible standalone binaries (.exe, AppImage) to remove end-user Python dependencies entirely.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7C9B81F-C347-4BEF-BFDF-29C42F48304A}" type="datetimeFigureOut">
              <a:rPr lang="en-US"/>
              <a:pPr>
                <a:defRPr/>
              </a:pPr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72755F-5E41-4CB4-A806-825AD38A65F3}" type="slidenum">
              <a:rPr lang="en-US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_rels/them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_rels/them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_rels/them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_rels/them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_rels/them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Title &amp; Subtitle">
  <a:themeElements>
    <a:clrScheme name="Title &amp; Subtitl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Subtitle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Subtitl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Title &amp; Bullets">
  <a:themeElements>
    <a:clrScheme name="Title &amp; Bullet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Bulle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Bullets">
  <a:themeElements>
    <a:clrScheme name="Bullet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llets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Bulle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_Photo - Horizontal">
  <a:themeElements>
    <a:clrScheme name="Photo - Horizontal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hoto - Horizontal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Photo - Horizonta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1_Photo - Horizontal Reflection">
  <a:themeElements>
    <a:clrScheme name="Photo - Horizontal Reflec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hoto - Horizontal Reflection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Photo - Horizontal Reflec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1_Photo - Vertical">
  <a:themeElements>
    <a:clrScheme name="Photo - Vertical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hoto - Vertical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Photo - Vertica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1_Photo - Vertical Reflection">
  <a:themeElements>
    <a:clrScheme name="Photo - Vertical Reflec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hoto - Vertical Reflection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Photo - Vertical Reflec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1_Title - Top">
  <a:themeElements>
    <a:clrScheme name="Title - Top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- Top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- To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1_Title - Center">
  <a:themeElements>
    <a:clrScheme name="Title - Center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- Center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- Cente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1_Title &amp; Bullets - Left">
  <a:themeElements>
    <a:clrScheme name="Title &amp; Bullets - Lef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 - Left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Bullets - Lef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1_Title &amp; Bullets - 2 Column">
  <a:themeElements>
    <a:clrScheme name="Title &amp; Bullets - 2 Colum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 - 2 Column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Bullets - 2 Colum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1_Title &amp; Bullets - Right">
  <a:themeElements>
    <a:clrScheme name="Title &amp; Bullets - Righ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 - Right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Bullets - Righ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1_Title, Bullets &amp; Photo">
  <a:themeElements>
    <a:clrScheme name="Title, Bullets &amp; Phot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, Bullets &amp; Photo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, Bullets &amp; Phot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8533</TotalTime>
  <Pages>0</Pages>
  <Words>784</Words>
  <Characters>0</Characters>
  <Application>Microsoft Office PowerPoint</Application>
  <PresentationFormat>Custom</PresentationFormat>
  <Lines>0</Lines>
  <Paragraphs>137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15</vt:i4>
      </vt:variant>
      <vt:variant>
        <vt:lpstr>Slide Titles</vt:lpstr>
      </vt:variant>
      <vt:variant>
        <vt:i4>11</vt:i4>
      </vt:variant>
    </vt:vector>
  </HeadingPairs>
  <TitlesOfParts>
    <vt:vector size="32" baseType="lpstr">
      <vt:lpstr>Calibri</vt:lpstr>
      <vt:lpstr>Gill Sans</vt:lpstr>
      <vt:lpstr>Gill Sans MT</vt:lpstr>
      <vt:lpstr>Times New Roman</vt:lpstr>
      <vt:lpstr>Verdana</vt:lpstr>
      <vt:lpstr>Wingdings 2</vt:lpstr>
      <vt:lpstr>Title &amp; Subtitle</vt:lpstr>
      <vt:lpstr>1_Title &amp; Bullets</vt:lpstr>
      <vt:lpstr>1_Blank</vt:lpstr>
      <vt:lpstr>1_Bullets</vt:lpstr>
      <vt:lpstr>1_Photo - Horizontal</vt:lpstr>
      <vt:lpstr>1_Photo - Horizontal Reflection</vt:lpstr>
      <vt:lpstr>1_Photo - Vertical</vt:lpstr>
      <vt:lpstr>1_Photo - Vertical Reflection</vt:lpstr>
      <vt:lpstr>1_Title - Top</vt:lpstr>
      <vt:lpstr>1_Title - Center</vt:lpstr>
      <vt:lpstr>1_Title &amp; Bullets - Left</vt:lpstr>
      <vt:lpstr>1_Title &amp; Bullets - 2 Column</vt:lpstr>
      <vt:lpstr>1_Title &amp; Bullets - Right</vt:lpstr>
      <vt:lpstr>1_Title, Bullets &amp; Photo</vt:lpstr>
      <vt:lpstr>Solstice</vt:lpstr>
      <vt:lpstr>PowerPoint Presentation</vt:lpstr>
      <vt:lpstr>Outline</vt:lpstr>
      <vt:lpstr>Introduction</vt:lpstr>
      <vt:lpstr>Problem Statement and Objectives</vt:lpstr>
      <vt:lpstr>Methodology / Approach Used</vt:lpstr>
      <vt:lpstr>Work Completed So Far (65%)</vt:lpstr>
      <vt:lpstr>System/User requirements </vt:lpstr>
      <vt:lpstr>Demonstration (Current Capabilities)</vt:lpstr>
      <vt:lpstr>Conclusion</vt:lpstr>
      <vt:lpstr>Future Work Plan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Nafy</dc:creator>
  <cp:lastModifiedBy>abneesh singh</cp:lastModifiedBy>
  <cp:revision>1026</cp:revision>
  <dcterms:modified xsi:type="dcterms:W3CDTF">2026-04-11T19:56:57Z</dcterms:modified>
</cp:coreProperties>
</file>